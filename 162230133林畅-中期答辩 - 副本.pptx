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0" r:id="rId3"/>
    <p:sldId id="16603108" r:id="rId5"/>
    <p:sldId id="16603109" r:id="rId6"/>
    <p:sldId id="273" r:id="rId7"/>
    <p:sldId id="16603107" r:id="rId8"/>
    <p:sldId id="290" r:id="rId9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0"/>
  <p:cmAuthor id="2" name="WPS" initials="W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37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72" y="348"/>
      </p:cViewPr>
      <p:guideLst>
        <p:guide orient="horz" pos="213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17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sym typeface="宋体" panose="02010600030101010101" pitchFamily="2" charset="-122"/>
              </a:rPr>
              <a:t>老师您好，我是南京航空航天大学的</a:t>
            </a:r>
            <a:r>
              <a:rPr lang="zh-CN" altLang="en-US">
                <a:sym typeface="宋体" panose="02010600030101010101" pitchFamily="2" charset="-122"/>
              </a:rPr>
              <a:t>林畅，我想给您介绍一下我的基本情况。</a:t>
            </a:r>
            <a:endParaRPr lang="zh-CN" altLang="en-US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"/>
          <a:stretch>
            <a:fillRect/>
          </a:stretch>
        </p:blipFill>
        <p:spPr>
          <a:xfrm>
            <a:off x="-3" y="8926"/>
            <a:ext cx="12191996" cy="6840148"/>
          </a:xfrm>
          <a:custGeom>
            <a:avLst/>
            <a:gdLst>
              <a:gd name="connsiteX0" fmla="*/ 0 w 12191996"/>
              <a:gd name="connsiteY0" fmla="*/ 0 h 6840148"/>
              <a:gd name="connsiteX1" fmla="*/ 12191996 w 12191996"/>
              <a:gd name="connsiteY1" fmla="*/ 0 h 6840148"/>
              <a:gd name="connsiteX2" fmla="*/ 12191996 w 12191996"/>
              <a:gd name="connsiteY2" fmla="*/ 6840148 h 6840148"/>
              <a:gd name="connsiteX3" fmla="*/ 12037293 w 12191996"/>
              <a:gd name="connsiteY3" fmla="*/ 6840148 h 6840148"/>
              <a:gd name="connsiteX4" fmla="*/ 11848888 w 12191996"/>
              <a:gd name="connsiteY4" fmla="*/ 6818407 h 6840148"/>
              <a:gd name="connsiteX5" fmla="*/ 6095997 w 12191996"/>
              <a:gd name="connsiteY5" fmla="*/ 6568491 h 6840148"/>
              <a:gd name="connsiteX6" fmla="*/ 343107 w 12191996"/>
              <a:gd name="connsiteY6" fmla="*/ 6818407 h 6840148"/>
              <a:gd name="connsiteX7" fmla="*/ 154701 w 12191996"/>
              <a:gd name="connsiteY7" fmla="*/ 6840148 h 6840148"/>
              <a:gd name="connsiteX8" fmla="*/ 0 w 12191996"/>
              <a:gd name="connsiteY8" fmla="*/ 6840148 h 684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6" h="6840148">
                <a:moveTo>
                  <a:pt x="0" y="0"/>
                </a:moveTo>
                <a:lnTo>
                  <a:pt x="12191996" y="0"/>
                </a:lnTo>
                <a:lnTo>
                  <a:pt x="12191996" y="6840148"/>
                </a:lnTo>
                <a:lnTo>
                  <a:pt x="12037293" y="6840148"/>
                </a:lnTo>
                <a:lnTo>
                  <a:pt x="11848888" y="6818407"/>
                </a:lnTo>
                <a:cubicBezTo>
                  <a:pt x="10376595" y="6663996"/>
                  <a:pt x="8342641" y="6568491"/>
                  <a:pt x="6095997" y="6568491"/>
                </a:cubicBezTo>
                <a:cubicBezTo>
                  <a:pt x="3849354" y="6568491"/>
                  <a:pt x="1815400" y="6663996"/>
                  <a:pt x="343107" y="6818407"/>
                </a:cubicBezTo>
                <a:lnTo>
                  <a:pt x="154701" y="6840148"/>
                </a:lnTo>
                <a:lnTo>
                  <a:pt x="0" y="6840148"/>
                </a:lnTo>
                <a:close/>
              </a:path>
            </a:pathLst>
          </a:custGeom>
        </p:spPr>
      </p:pic>
      <p:sp>
        <p:nvSpPr>
          <p:cNvPr id="89" name="任意多边形: 形状 8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90" name="任意多边形: 形状 89"/>
          <p:cNvSpPr/>
          <p:nvPr userDrawn="1"/>
        </p:nvSpPr>
        <p:spPr>
          <a:xfrm>
            <a:off x="92075" y="88900"/>
            <a:ext cx="12007850" cy="6665913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矩形 18"/>
          <p:cNvSpPr/>
          <p:nvPr userDrawn="1"/>
        </p:nvSpPr>
        <p:spPr>
          <a:xfrm>
            <a:off x="0" y="2576513"/>
            <a:ext cx="12192000" cy="17049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205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16363" y="1004888"/>
            <a:ext cx="4359275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12250" y="349250"/>
            <a:ext cx="6157913" cy="615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9" r="28176"/>
          <a:stretch>
            <a:fillRect/>
          </a:stretch>
        </p:blipFill>
        <p:spPr>
          <a:xfrm>
            <a:off x="0" y="2030"/>
            <a:ext cx="4861559" cy="6853941"/>
          </a:xfrm>
          <a:custGeom>
            <a:avLst/>
            <a:gdLst>
              <a:gd name="connsiteX0" fmla="*/ 0 w 4861559"/>
              <a:gd name="connsiteY0" fmla="*/ 0 h 6853940"/>
              <a:gd name="connsiteX1" fmla="*/ 4859682 w 4861559"/>
              <a:gd name="connsiteY1" fmla="*/ 0 h 6853940"/>
              <a:gd name="connsiteX2" fmla="*/ 4798582 w 4861559"/>
              <a:gd name="connsiteY2" fmla="*/ 132173 h 6853940"/>
              <a:gd name="connsiteX3" fmla="*/ 4176800 w 4861559"/>
              <a:gd name="connsiteY3" fmla="*/ 3424941 h 6853940"/>
              <a:gd name="connsiteX4" fmla="*/ 4798582 w 4861559"/>
              <a:gd name="connsiteY4" fmla="*/ 6717708 h 6853940"/>
              <a:gd name="connsiteX5" fmla="*/ 4861559 w 4861559"/>
              <a:gd name="connsiteY5" fmla="*/ 6853940 h 6853940"/>
              <a:gd name="connsiteX6" fmla="*/ 0 w 4861559"/>
              <a:gd name="connsiteY6" fmla="*/ 6853940 h 685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1559" h="6853940">
                <a:moveTo>
                  <a:pt x="0" y="0"/>
                </a:moveTo>
                <a:lnTo>
                  <a:pt x="4859682" y="0"/>
                </a:lnTo>
                <a:lnTo>
                  <a:pt x="4798582" y="132173"/>
                </a:lnTo>
                <a:cubicBezTo>
                  <a:pt x="4406021" y="1072112"/>
                  <a:pt x="4176800" y="2205225"/>
                  <a:pt x="4176800" y="3424941"/>
                </a:cubicBezTo>
                <a:cubicBezTo>
                  <a:pt x="4176800" y="4644656"/>
                  <a:pt x="4406021" y="5777769"/>
                  <a:pt x="4798582" y="6717708"/>
                </a:cubicBezTo>
                <a:lnTo>
                  <a:pt x="4861559" y="6853940"/>
                </a:lnTo>
                <a:lnTo>
                  <a:pt x="0" y="6853940"/>
                </a:lnTo>
                <a:close/>
              </a:path>
            </a:pathLst>
          </a:custGeom>
        </p:spPr>
      </p:pic>
      <p:sp>
        <p:nvSpPr>
          <p:cNvPr id="43" name="任意多边形: 形状 42"/>
          <p:cNvSpPr/>
          <p:nvPr userDrawn="1"/>
        </p:nvSpPr>
        <p:spPr>
          <a:xfrm rot="16200000">
            <a:off x="-998537" y="998538"/>
            <a:ext cx="6858000" cy="48609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17099">
                <a:moveTo>
                  <a:pt x="0" y="0"/>
                </a:moveTo>
                <a:lnTo>
                  <a:pt x="12192000" y="0"/>
                </a:lnTo>
                <a:lnTo>
                  <a:pt x="12192000" y="3317099"/>
                </a:lnTo>
                <a:lnTo>
                  <a:pt x="11949809" y="3274129"/>
                </a:lnTo>
                <a:cubicBezTo>
                  <a:pt x="10278806" y="3006280"/>
                  <a:pt x="8264383" y="2849880"/>
                  <a:pt x="6096000" y="2849880"/>
                </a:cubicBezTo>
                <a:cubicBezTo>
                  <a:pt x="3927617" y="2849880"/>
                  <a:pt x="1913194" y="3006280"/>
                  <a:pt x="242191" y="3274129"/>
                </a:cubicBezTo>
                <a:lnTo>
                  <a:pt x="0" y="3317099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44" name="任意多边形: 形状 43"/>
          <p:cNvSpPr>
            <a:spLocks noChangeAspect="1"/>
          </p:cNvSpPr>
          <p:nvPr userDrawn="1"/>
        </p:nvSpPr>
        <p:spPr>
          <a:xfrm rot="16200000">
            <a:off x="766763" y="3144838"/>
            <a:ext cx="6858000" cy="5683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  <a:gd name="connsiteX0-1" fmla="*/ 12192000 w 12283440"/>
              <a:gd name="connsiteY0-2" fmla="*/ 0 h 3317099"/>
              <a:gd name="connsiteX1-3" fmla="*/ 12192000 w 12283440"/>
              <a:gd name="connsiteY1-4" fmla="*/ 3317099 h 3317099"/>
              <a:gd name="connsiteX2-5" fmla="*/ 11949809 w 12283440"/>
              <a:gd name="connsiteY2-6" fmla="*/ 3274129 h 3317099"/>
              <a:gd name="connsiteX3-7" fmla="*/ 6096000 w 12283440"/>
              <a:gd name="connsiteY3-8" fmla="*/ 2849880 h 3317099"/>
              <a:gd name="connsiteX4-9" fmla="*/ 242191 w 12283440"/>
              <a:gd name="connsiteY4-10" fmla="*/ 3274129 h 3317099"/>
              <a:gd name="connsiteX5-11" fmla="*/ 0 w 12283440"/>
              <a:gd name="connsiteY5-12" fmla="*/ 3317099 h 3317099"/>
              <a:gd name="connsiteX6-13" fmla="*/ 0 w 12283440"/>
              <a:gd name="connsiteY6-14" fmla="*/ 0 h 3317099"/>
              <a:gd name="connsiteX7" fmla="*/ 12283440 w 12283440"/>
              <a:gd name="connsiteY7" fmla="*/ 91440 h 3317099"/>
              <a:gd name="connsiteX0-15" fmla="*/ 12192000 w 12192000"/>
              <a:gd name="connsiteY0-16" fmla="*/ 0 h 3317099"/>
              <a:gd name="connsiteX1-17" fmla="*/ 12192000 w 12192000"/>
              <a:gd name="connsiteY1-18" fmla="*/ 3317099 h 3317099"/>
              <a:gd name="connsiteX2-19" fmla="*/ 11949809 w 12192000"/>
              <a:gd name="connsiteY2-20" fmla="*/ 3274129 h 3317099"/>
              <a:gd name="connsiteX3-21" fmla="*/ 6096000 w 12192000"/>
              <a:gd name="connsiteY3-22" fmla="*/ 2849880 h 3317099"/>
              <a:gd name="connsiteX4-23" fmla="*/ 242191 w 12192000"/>
              <a:gd name="connsiteY4-24" fmla="*/ 3274129 h 3317099"/>
              <a:gd name="connsiteX5-25" fmla="*/ 0 w 12192000"/>
              <a:gd name="connsiteY5-26" fmla="*/ 3317099 h 3317099"/>
              <a:gd name="connsiteX6-27" fmla="*/ 0 w 12192000"/>
              <a:gd name="connsiteY6-28" fmla="*/ 0 h 3317099"/>
              <a:gd name="connsiteX0-29" fmla="*/ 12192000 w 12192000"/>
              <a:gd name="connsiteY0-30" fmla="*/ 3317099 h 3317099"/>
              <a:gd name="connsiteX1-31" fmla="*/ 11949809 w 12192000"/>
              <a:gd name="connsiteY1-32" fmla="*/ 3274129 h 3317099"/>
              <a:gd name="connsiteX2-33" fmla="*/ 6096000 w 12192000"/>
              <a:gd name="connsiteY2-34" fmla="*/ 2849880 h 3317099"/>
              <a:gd name="connsiteX3-35" fmla="*/ 242191 w 12192000"/>
              <a:gd name="connsiteY3-36" fmla="*/ 3274129 h 3317099"/>
              <a:gd name="connsiteX4-37" fmla="*/ 0 w 12192000"/>
              <a:gd name="connsiteY4-38" fmla="*/ 3317099 h 3317099"/>
              <a:gd name="connsiteX5-39" fmla="*/ 0 w 12192000"/>
              <a:gd name="connsiteY5-40" fmla="*/ 0 h 3317099"/>
              <a:gd name="connsiteX0-41" fmla="*/ 12192000 w 12192000"/>
              <a:gd name="connsiteY0-42" fmla="*/ 467219 h 467219"/>
              <a:gd name="connsiteX1-43" fmla="*/ 11949809 w 12192000"/>
              <a:gd name="connsiteY1-44" fmla="*/ 424249 h 467219"/>
              <a:gd name="connsiteX2-45" fmla="*/ 6096000 w 12192000"/>
              <a:gd name="connsiteY2-46" fmla="*/ 0 h 467219"/>
              <a:gd name="connsiteX3-47" fmla="*/ 242191 w 12192000"/>
              <a:gd name="connsiteY3-48" fmla="*/ 424249 h 467219"/>
              <a:gd name="connsiteX4-49" fmla="*/ 0 w 12192000"/>
              <a:gd name="connsiteY4-50" fmla="*/ 467219 h 467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467219">
                <a:moveTo>
                  <a:pt x="12192000" y="467219"/>
                </a:moveTo>
                <a:lnTo>
                  <a:pt x="11949809" y="424249"/>
                </a:lnTo>
                <a:cubicBezTo>
                  <a:pt x="10278806" y="156400"/>
                  <a:pt x="8264383" y="0"/>
                  <a:pt x="6096000" y="0"/>
                </a:cubicBezTo>
                <a:cubicBezTo>
                  <a:pt x="3927617" y="0"/>
                  <a:pt x="1913194" y="156400"/>
                  <a:pt x="242191" y="424249"/>
                </a:cubicBezTo>
                <a:lnTo>
                  <a:pt x="0" y="46721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3078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400" y="320675"/>
            <a:ext cx="2066925" cy="573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-1" y="2743201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1" y="0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4" name="矩形 63"/>
          <p:cNvSpPr/>
          <p:nvPr userDrawn="1"/>
        </p:nvSpPr>
        <p:spPr>
          <a:xfrm>
            <a:off x="0" y="1670050"/>
            <a:ext cx="12192000" cy="35179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7" name="矩形 6"/>
          <p:cNvSpPr/>
          <p:nvPr userDrawn="1"/>
        </p:nvSpPr>
        <p:spPr>
          <a:xfrm>
            <a:off x="0" y="1776413"/>
            <a:ext cx="12192000" cy="33051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/>
        </p:nvSpPr>
        <p:spPr>
          <a:xfrm>
            <a:off x="1550988" y="0"/>
            <a:ext cx="10569575" cy="544513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rgbClr val="00409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 fontAlgn="auto"/>
            <a:endParaRPr lang="zh-CN" altLang="en-US" strike="noStrike" noProof="1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43" name="矩形 142"/>
          <p:cNvSpPr/>
          <p:nvPr userDrawn="1"/>
        </p:nvSpPr>
        <p:spPr>
          <a:xfrm>
            <a:off x="1341438" y="96838"/>
            <a:ext cx="107950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5" name="矩形 84"/>
          <p:cNvSpPr/>
          <p:nvPr userDrawn="1"/>
        </p:nvSpPr>
        <p:spPr>
          <a:xfrm>
            <a:off x="0" y="0"/>
            <a:ext cx="1377950" cy="544513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42" name="矩形 141"/>
          <p:cNvSpPr/>
          <p:nvPr userDrawn="1"/>
        </p:nvSpPr>
        <p:spPr>
          <a:xfrm>
            <a:off x="12120563" y="96838"/>
            <a:ext cx="71438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5938" y="6489700"/>
            <a:ext cx="111601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5130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3863" y="26988"/>
            <a:ext cx="492125" cy="490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1" name="图片 5"/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10163175" y="123825"/>
            <a:ext cx="1841500" cy="29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l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 fontAlgn="auto"/>
            <a:endParaRPr lang="zh-CN" altLang="en-US" strike="noStrike" noProof="1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663" y="6438900"/>
            <a:ext cx="914400" cy="290513"/>
          </a:xfrm>
          <a:prstGeom prst="rect">
            <a:avLst/>
          </a:prstGeom>
        </p:spPr>
        <p:txBody>
          <a:bodyPr vert="horz" lIns="91440" tIns="45720" rIns="0" bIns="45720" rtlCol="0" anchor="ctr">
            <a:normAutofit/>
          </a:bodyPr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>
                <a:latin typeface="+mn-ea"/>
                <a:ea typeface="+mn-ea"/>
                <a:cs typeface="+mn-cs"/>
              </a:rPr>
              <a:t>  </a:t>
            </a:r>
            <a:r>
              <a:rPr lang="en-US" altLang="zh-CN" strike="noStrike" spc="90" noProof="1">
                <a:latin typeface="+mn-ea"/>
                <a:ea typeface="+mn-ea"/>
                <a:cs typeface="+mn-cs"/>
              </a:rPr>
              <a:t>Page </a:t>
            </a:r>
            <a:fld id="{7CFB1EEF-B761-4911-A2FD-18DBD3241D03}" type="slidenum">
              <a:rPr lang="zh-CN" altLang="en-US" strike="noStrike" spc="90" noProof="1" smtClean="0">
                <a:latin typeface="+mn-ea"/>
                <a:ea typeface="+mn-ea"/>
                <a:cs typeface="+mn-cs"/>
              </a:rPr>
            </a:fld>
            <a:endParaRPr lang="zh-CN" altLang="en-US" strike="noStrike" spc="90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680135" y="464249"/>
            <a:ext cx="10129035" cy="553998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 dirty="0"/>
              <a:t>输入内容标题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5.xml"/><Relationship Id="rId21" Type="http://schemas.openxmlformats.org/officeDocument/2006/relationships/tags" Target="../tags/tag4.xml"/><Relationship Id="rId20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2.xml"/><Relationship Id="rId18" Type="http://schemas.openxmlformats.org/officeDocument/2006/relationships/tags" Target="../tags/tag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9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.xml"/><Relationship Id="rId2" Type="http://schemas.openxmlformats.org/officeDocument/2006/relationships/image" Target="../media/image9.png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矩形 5"/>
          <p:cNvSpPr/>
          <p:nvPr>
            <p:custDataLst>
              <p:tags r:id="rId1"/>
            </p:custDataLst>
          </p:nvPr>
        </p:nvSpPr>
        <p:spPr>
          <a:xfrm>
            <a:off x="1306513" y="2644775"/>
            <a:ext cx="96520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800" b="1" dirty="0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</a:rPr>
              <a:t>基于大模型提示词工程的综合化航电系统代码生成方法</a:t>
            </a:r>
            <a:endParaRPr lang="zh-CN" altLang="en-US" sz="4800" b="1" dirty="0">
              <a:solidFill>
                <a:srgbClr val="004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4" name="矩形 6"/>
          <p:cNvSpPr/>
          <p:nvPr>
            <p:custDataLst>
              <p:tags r:id="rId2"/>
            </p:custDataLst>
          </p:nvPr>
        </p:nvSpPr>
        <p:spPr>
          <a:xfrm>
            <a:off x="7869238" y="4586288"/>
            <a:ext cx="309562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5" name="矩形 7"/>
          <p:cNvSpPr/>
          <p:nvPr>
            <p:custDataLst>
              <p:tags r:id="rId3"/>
            </p:custDataLst>
          </p:nvPr>
        </p:nvSpPr>
        <p:spPr>
          <a:xfrm>
            <a:off x="3179763" y="4533900"/>
            <a:ext cx="5834062" cy="1016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南京航空航天大学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计算机科学与技术学院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　汇报人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林畅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指导老师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杨志斌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周勇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2025.1.20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6" name="文本框 1"/>
          <p:cNvSpPr txBox="1"/>
          <p:nvPr/>
        </p:nvSpPr>
        <p:spPr>
          <a:xfrm>
            <a:off x="4786313" y="1938338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: 圆角 54"/>
          <p:cNvSpPr/>
          <p:nvPr/>
        </p:nvSpPr>
        <p:spPr>
          <a:xfrm>
            <a:off x="0" y="557616"/>
            <a:ext cx="12192000" cy="3938070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75" name="矩形: 圆角 74"/>
          <p:cNvSpPr/>
          <p:nvPr/>
        </p:nvSpPr>
        <p:spPr>
          <a:xfrm>
            <a:off x="0" y="3845559"/>
            <a:ext cx="8120254" cy="3012442"/>
          </a:xfrm>
          <a:prstGeom prst="roundRect">
            <a:avLst>
              <a:gd name="adj" fmla="val 11542"/>
            </a:avLst>
          </a:prstGeom>
          <a:gradFill flip="none" rotWithShape="1">
            <a:gsLst>
              <a:gs pos="15000">
                <a:schemeClr val="accent1">
                  <a:lumMod val="100000"/>
                </a:schemeClr>
              </a:gs>
              <a:gs pos="93000">
                <a:schemeClr val="accent2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93479" y="4560339"/>
            <a:ext cx="7923675" cy="1903451"/>
          </a:xfrm>
          <a:prstGeom prst="roundRect">
            <a:avLst>
              <a:gd name="adj" fmla="val 4471"/>
            </a:avLst>
          </a:prstGeom>
          <a:solidFill>
            <a:schemeClr val="bg1">
              <a:alpha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2958" y="5494721"/>
            <a:ext cx="7923676" cy="500727"/>
          </a:xfrm>
          <a:prstGeom prst="roundRect">
            <a:avLst>
              <a:gd name="adj" fmla="val 22355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100031" y="4497590"/>
            <a:ext cx="7923675" cy="459173"/>
          </a:xfrm>
          <a:prstGeom prst="roundRect">
            <a:avLst>
              <a:gd name="adj" fmla="val 22355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423544" y="739864"/>
            <a:ext cx="1801422" cy="2952000"/>
            <a:chOff x="9499601" y="1334626"/>
            <a:chExt cx="1801422" cy="3384427"/>
          </a:xfrm>
        </p:grpSpPr>
        <p:sp>
          <p:nvSpPr>
            <p:cNvPr id="28" name="矩形: 圆角 27"/>
            <p:cNvSpPr/>
            <p:nvPr/>
          </p:nvSpPr>
          <p:spPr>
            <a:xfrm>
              <a:off x="9499601" y="1334626"/>
              <a:ext cx="1801422" cy="557169"/>
            </a:xfrm>
            <a:prstGeom prst="roundRect">
              <a:avLst>
                <a:gd name="adj" fmla="val 7821"/>
              </a:avLst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FFFF"/>
                  </a:solidFill>
                  <a:latin typeface="Helvetica"/>
                </a:rPr>
                <a:t>开发挑战</a:t>
              </a:r>
              <a:endParaRPr lang="zh-CN" altLang="en-US" b="1" dirty="0">
                <a:solidFill>
                  <a:srgbClr val="FFFFFF"/>
                </a:solidFill>
                <a:latin typeface="Helvetica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9499601" y="1961886"/>
              <a:ext cx="1801422" cy="2757167"/>
              <a:chOff x="9499601" y="1961886"/>
              <a:chExt cx="1801422" cy="2578977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9499601" y="1961886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标准复杂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9499601" y="2635822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手工编码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9499601" y="3309758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容易出错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9499601" y="3983694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专业门槛高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285049" y="906653"/>
            <a:ext cx="8985532" cy="1440000"/>
            <a:chOff x="890978" y="1336899"/>
            <a:chExt cx="8985532" cy="1342791"/>
          </a:xfrm>
        </p:grpSpPr>
        <p:sp>
          <p:nvSpPr>
            <p:cNvPr id="37" name="矩形: 圆角 36"/>
            <p:cNvSpPr/>
            <p:nvPr/>
          </p:nvSpPr>
          <p:spPr>
            <a:xfrm>
              <a:off x="3217604" y="1482496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导航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38" name="矩形: 圆角 37"/>
            <p:cNvSpPr/>
            <p:nvPr/>
          </p:nvSpPr>
          <p:spPr>
            <a:xfrm>
              <a:off x="3217604" y="2032591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飞控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4443135" y="1482496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通信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0" name="矩形: 圆角 39"/>
            <p:cNvSpPr/>
            <p:nvPr/>
          </p:nvSpPr>
          <p:spPr>
            <a:xfrm>
              <a:off x="4493526" y="2032591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显示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7073907" y="1507553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时间分区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7073907" y="2080139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空间分区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890978" y="1336899"/>
              <a:ext cx="8985532" cy="1342791"/>
              <a:chOff x="890978" y="1336899"/>
              <a:chExt cx="8985532" cy="1342791"/>
            </a:xfrm>
          </p:grpSpPr>
          <p:sp>
            <p:nvSpPr>
              <p:cNvPr id="44" name="矩形: 圆角 43"/>
              <p:cNvSpPr/>
              <p:nvPr/>
            </p:nvSpPr>
            <p:spPr>
              <a:xfrm>
                <a:off x="890978" y="1346522"/>
                <a:ext cx="1246384" cy="1333168"/>
              </a:xfrm>
              <a:prstGeom prst="roundRect">
                <a:avLst>
                  <a:gd name="adj" fmla="val 3653"/>
                </a:avLst>
              </a:prstGeom>
              <a:gradFill flip="none" rotWithShape="1">
                <a:gsLst>
                  <a:gs pos="23000">
                    <a:schemeClr val="accent1"/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Helvetica"/>
                  </a:rPr>
                  <a:t>IMA</a:t>
                </a:r>
                <a:endParaRPr lang="en-US" altLang="zh-CN" b="1" dirty="0">
                  <a:solidFill>
                    <a:srgbClr val="FFFFFF"/>
                  </a:solidFill>
                  <a:latin typeface="Helvetica"/>
                </a:endParaRPr>
              </a:p>
              <a:p>
                <a:pPr algn="ctr"/>
                <a:r>
                  <a:rPr lang="zh-CN" altLang="en-US" b="1" dirty="0">
                    <a:solidFill>
                      <a:srgbClr val="FFFFFF"/>
                    </a:solidFill>
                    <a:latin typeface="Helvetica"/>
                  </a:rPr>
                  <a:t>系统架构</a:t>
                </a:r>
                <a:endParaRPr lang="zh-CN" altLang="en-US" b="1" dirty="0">
                  <a:solidFill>
                    <a:srgbClr val="FFFFFF"/>
                  </a:solidFill>
                  <a:latin typeface="Helvetica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2315491" y="1336899"/>
                <a:ext cx="3438702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应用软件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6" name="矩形: 圆角 45"/>
              <p:cNvSpPr/>
              <p:nvPr/>
            </p:nvSpPr>
            <p:spPr>
              <a:xfrm>
                <a:off x="5813736" y="1336899"/>
                <a:ext cx="2585197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1400" b="1" dirty="0">
                    <a:solidFill>
                      <a:schemeClr val="tx2">
                        <a:lumMod val="75000"/>
                      </a:schemeClr>
                    </a:solidFill>
                  </a:rPr>
                  <a:t>ARINC653</a:t>
                </a:r>
                <a:endParaRPr lang="en-US" altLang="zh-CN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分区操作系统 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8551896" y="1336899"/>
                <a:ext cx="1324614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通用硬件平台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285048" y="2647864"/>
            <a:ext cx="8985533" cy="1044000"/>
            <a:chOff x="890977" y="2795765"/>
            <a:chExt cx="8985533" cy="980760"/>
          </a:xfrm>
        </p:grpSpPr>
        <p:grpSp>
          <p:nvGrpSpPr>
            <p:cNvPr id="49" name="组合 48"/>
            <p:cNvGrpSpPr/>
            <p:nvPr/>
          </p:nvGrpSpPr>
          <p:grpSpPr>
            <a:xfrm>
              <a:off x="890977" y="2795765"/>
              <a:ext cx="7031148" cy="980760"/>
              <a:chOff x="890978" y="2784778"/>
              <a:chExt cx="6729529" cy="980760"/>
            </a:xfrm>
          </p:grpSpPr>
          <p:sp>
            <p:nvSpPr>
              <p:cNvPr id="51" name="矩形: 圆角 50"/>
              <p:cNvSpPr/>
              <p:nvPr/>
            </p:nvSpPr>
            <p:spPr>
              <a:xfrm>
                <a:off x="890978" y="2784778"/>
                <a:ext cx="1192917" cy="980760"/>
              </a:xfrm>
              <a:prstGeom prst="roundRect">
                <a:avLst>
                  <a:gd name="adj" fmla="val 4443"/>
                </a:avLst>
              </a:prstGeom>
              <a:gradFill flip="none" rotWithShape="1">
                <a:gsLst>
                  <a:gs pos="23000">
                    <a:schemeClr val="accent1"/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Helvetica"/>
                  </a:rPr>
                  <a:t>IMA</a:t>
                </a:r>
                <a:r>
                  <a:rPr lang="zh-CN" altLang="en-US" b="1" dirty="0">
                    <a:solidFill>
                      <a:srgbClr val="FFFFFF"/>
                    </a:solidFill>
                    <a:latin typeface="Helvetica"/>
                  </a:rPr>
                  <a:t>系统特点</a:t>
                </a:r>
                <a:endParaRPr lang="zh-CN" altLang="en-US" b="1" dirty="0">
                  <a:solidFill>
                    <a:srgbClr val="FFFFFF"/>
                  </a:solidFill>
                  <a:latin typeface="Helvetica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2196888" y="2789471"/>
                <a:ext cx="1702294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多应用集成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/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在统一硬件平台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3997983" y="2789471"/>
                <a:ext cx="1799578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严格的时间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和空间隔离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5896362" y="2789471"/>
                <a:ext cx="1724145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不同安全等级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应用共存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50" name="矩形: 圆角 49"/>
            <p:cNvSpPr/>
            <p:nvPr/>
          </p:nvSpPr>
          <p:spPr>
            <a:xfrm>
              <a:off x="8075088" y="2800458"/>
              <a:ext cx="1801422" cy="971374"/>
            </a:xfrm>
            <a:prstGeom prst="roundRect">
              <a:avLst>
                <a:gd name="adj" fmla="val 4486"/>
              </a:avLst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</a:rPr>
                <a:t>......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243706" y="4003396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流程阶段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532844" y="4003396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传统流程开发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83530" y="4585901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需求分析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77566" y="5076870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代码编写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77566" y="5584287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标准符合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71013" y="6092928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迭代优化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597875" y="4585901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手动解读文档，转化为代码规范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597875" y="5076870"/>
            <a:ext cx="26468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工程师手动编写每一行代码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597875" y="5584287"/>
            <a:ext cx="20313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人工检查标准符合性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591322" y="6092928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手动调试修改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928424" y="4003396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LLM</a:t>
            </a:r>
            <a:r>
              <a:rPr lang="zh-CN" altLang="en-US" dirty="0">
                <a:solidFill>
                  <a:schemeClr val="bg1"/>
                </a:solidFill>
              </a:rPr>
              <a:t>辅助开发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674931" y="4565437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LLM</a:t>
            </a:r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理解需求，自动识别功能点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686152" y="5098472"/>
            <a:ext cx="32736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LLM</a:t>
            </a:r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根据提示词自动生成代码框架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686152" y="5605889"/>
            <a:ext cx="32624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提示词内嵌标准规范，生成即符合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668378" y="6073150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基于反馈自动优化提示重新生成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8188687" y="3845212"/>
            <a:ext cx="3833380" cy="50072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6000">
                <a:schemeClr val="accent2"/>
              </a:gs>
              <a:gs pos="89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 核心优势</a:t>
            </a:r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8170959" y="4423928"/>
            <a:ext cx="3867236" cy="494409"/>
            <a:chOff x="8170959" y="4488602"/>
            <a:chExt cx="3833379" cy="494409"/>
          </a:xfrm>
        </p:grpSpPr>
        <p:sp>
          <p:nvSpPr>
            <p:cNvPr id="98" name="矩形: 圆角 97"/>
            <p:cNvSpPr/>
            <p:nvPr/>
          </p:nvSpPr>
          <p:spPr>
            <a:xfrm>
              <a:off x="8170959" y="4488602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9225874" y="4535751"/>
              <a:ext cx="172354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语义理解能力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8178293" y="5017656"/>
            <a:ext cx="3852568" cy="494409"/>
            <a:chOff x="8185627" y="5182762"/>
            <a:chExt cx="3833379" cy="494409"/>
          </a:xfrm>
        </p:grpSpPr>
        <p:sp>
          <p:nvSpPr>
            <p:cNvPr id="100" name="矩形: 圆角 99"/>
            <p:cNvSpPr/>
            <p:nvPr/>
          </p:nvSpPr>
          <p:spPr>
            <a:xfrm>
              <a:off x="8185627" y="5182762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9240542" y="5229911"/>
              <a:ext cx="172354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代码生成能力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8209320" y="5619593"/>
            <a:ext cx="3780000" cy="494409"/>
            <a:chOff x="8258195" y="5820611"/>
            <a:chExt cx="3833379" cy="494409"/>
          </a:xfrm>
        </p:grpSpPr>
        <p:sp>
          <p:nvSpPr>
            <p:cNvPr id="101" name="矩形: 圆角 100"/>
            <p:cNvSpPr/>
            <p:nvPr/>
          </p:nvSpPr>
          <p:spPr>
            <a:xfrm>
              <a:off x="8258195" y="5820611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9441350" y="5867760"/>
              <a:ext cx="146706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零成本适配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8242067" y="6221530"/>
            <a:ext cx="3780000" cy="494409"/>
            <a:chOff x="8258195" y="6349595"/>
            <a:chExt cx="3833379" cy="494409"/>
          </a:xfrm>
        </p:grpSpPr>
        <p:sp>
          <p:nvSpPr>
            <p:cNvPr id="104" name="矩形: 圆角 103"/>
            <p:cNvSpPr/>
            <p:nvPr/>
          </p:nvSpPr>
          <p:spPr>
            <a:xfrm>
              <a:off x="8258195" y="6349595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9569590" y="6396744"/>
              <a:ext cx="121058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快速迭代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9608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项目流程图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-1" y="3197539"/>
            <a:ext cx="12107333" cy="53912"/>
          </a:xfrm>
          <a:prstGeom prst="rect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弧形 16"/>
          <p:cNvSpPr/>
          <p:nvPr/>
        </p:nvSpPr>
        <p:spPr>
          <a:xfrm flipH="1">
            <a:off x="4508733" y="1639997"/>
            <a:ext cx="4126471" cy="2630547"/>
          </a:xfrm>
          <a:prstGeom prst="arc">
            <a:avLst>
              <a:gd name="adj1" fmla="val 11462047"/>
              <a:gd name="adj2" fmla="val 21178905"/>
            </a:avLst>
          </a:prstGeom>
          <a:ln w="31750">
            <a:gradFill>
              <a:gsLst>
                <a:gs pos="0">
                  <a:schemeClr val="accent2">
                    <a:alpha val="0"/>
                  </a:schemeClr>
                </a:gs>
                <a:gs pos="3400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11765002" y="3036982"/>
            <a:ext cx="356134" cy="160557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5786903" y="2786627"/>
            <a:ext cx="1902520" cy="1483917"/>
            <a:chOff x="5786903" y="2937376"/>
            <a:chExt cx="1902520" cy="1483917"/>
          </a:xfrm>
        </p:grpSpPr>
        <p:sp>
          <p:nvSpPr>
            <p:cNvPr id="20" name="椭圆 19"/>
            <p:cNvSpPr/>
            <p:nvPr/>
          </p:nvSpPr>
          <p:spPr>
            <a:xfrm>
              <a:off x="6070513" y="2937376"/>
              <a:ext cx="802548" cy="802548"/>
            </a:xfrm>
            <a:prstGeom prst="ellipse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786903" y="3774962"/>
              <a:ext cx="19025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将提示词导入</a:t>
              </a:r>
              <a:endParaRPr lang="en-US" altLang="zh-CN" dirty="0"/>
            </a:p>
            <a:p>
              <a:r>
                <a:rPr lang="zh-CN" altLang="en-US" dirty="0"/>
                <a:t>大语言模型</a:t>
              </a:r>
              <a:r>
                <a:rPr lang="en-US" altLang="zh-CN" dirty="0"/>
                <a:t>API</a:t>
              </a:r>
              <a:endParaRPr lang="zh-CN" altLang="en-US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240174" y="3158438"/>
              <a:ext cx="463226" cy="360426"/>
              <a:chOff x="12743886" y="1917588"/>
              <a:chExt cx="698432" cy="543435"/>
            </a:xfrm>
          </p:grpSpPr>
          <p:sp>
            <p:nvSpPr>
              <p:cNvPr id="23" name="任意多边形: 形状 22"/>
              <p:cNvSpPr/>
              <p:nvPr/>
            </p:nvSpPr>
            <p:spPr>
              <a:xfrm>
                <a:off x="13264586" y="2002360"/>
                <a:ext cx="177732" cy="177732"/>
              </a:xfrm>
              <a:custGeom>
                <a:avLst/>
                <a:gdLst>
                  <a:gd name="connsiteX0" fmla="*/ 88866 w 177732"/>
                  <a:gd name="connsiteY0" fmla="*/ 177732 h 177732"/>
                  <a:gd name="connsiteX1" fmla="*/ 0 w 177732"/>
                  <a:gd name="connsiteY1" fmla="*/ 88866 h 177732"/>
                  <a:gd name="connsiteX2" fmla="*/ 88866 w 177732"/>
                  <a:gd name="connsiteY2" fmla="*/ 0 h 177732"/>
                  <a:gd name="connsiteX3" fmla="*/ 177732 w 177732"/>
                  <a:gd name="connsiteY3" fmla="*/ 88866 h 177732"/>
                  <a:gd name="connsiteX4" fmla="*/ 88866 w 177732"/>
                  <a:gd name="connsiteY4" fmla="*/ 177732 h 177732"/>
                  <a:gd name="connsiteX5" fmla="*/ 79447 w 177732"/>
                  <a:gd name="connsiteY5" fmla="*/ 132275 h 177732"/>
                  <a:gd name="connsiteX6" fmla="*/ 61428 w 177732"/>
                  <a:gd name="connsiteY6" fmla="*/ 106475 h 177732"/>
                  <a:gd name="connsiteX7" fmla="*/ 71257 w 177732"/>
                  <a:gd name="connsiteY7" fmla="*/ 97056 h 177732"/>
                  <a:gd name="connsiteX8" fmla="*/ 80676 w 177732"/>
                  <a:gd name="connsiteY8" fmla="*/ 106475 h 177732"/>
                  <a:gd name="connsiteX9" fmla="*/ 88866 w 177732"/>
                  <a:gd name="connsiteY9" fmla="*/ 114666 h 177732"/>
                  <a:gd name="connsiteX10" fmla="*/ 97056 w 177732"/>
                  <a:gd name="connsiteY10" fmla="*/ 106475 h 177732"/>
                  <a:gd name="connsiteX11" fmla="*/ 88866 w 177732"/>
                  <a:gd name="connsiteY11" fmla="*/ 98285 h 177732"/>
                  <a:gd name="connsiteX12" fmla="*/ 61428 w 177732"/>
                  <a:gd name="connsiteY12" fmla="*/ 70847 h 177732"/>
                  <a:gd name="connsiteX13" fmla="*/ 79447 w 177732"/>
                  <a:gd name="connsiteY13" fmla="*/ 45457 h 177732"/>
                  <a:gd name="connsiteX14" fmla="*/ 79447 w 177732"/>
                  <a:gd name="connsiteY14" fmla="*/ 43000 h 177732"/>
                  <a:gd name="connsiteX15" fmla="*/ 88866 w 177732"/>
                  <a:gd name="connsiteY15" fmla="*/ 33581 h 177732"/>
                  <a:gd name="connsiteX16" fmla="*/ 98285 w 177732"/>
                  <a:gd name="connsiteY16" fmla="*/ 43000 h 177732"/>
                  <a:gd name="connsiteX17" fmla="*/ 98285 w 177732"/>
                  <a:gd name="connsiteY17" fmla="*/ 45457 h 177732"/>
                  <a:gd name="connsiteX18" fmla="*/ 116304 w 177732"/>
                  <a:gd name="connsiteY18" fmla="*/ 70847 h 177732"/>
                  <a:gd name="connsiteX19" fmla="*/ 106885 w 177732"/>
                  <a:gd name="connsiteY19" fmla="*/ 80266 h 177732"/>
                  <a:gd name="connsiteX20" fmla="*/ 97056 w 177732"/>
                  <a:gd name="connsiteY20" fmla="*/ 70847 h 177732"/>
                  <a:gd name="connsiteX21" fmla="*/ 90095 w 177732"/>
                  <a:gd name="connsiteY21" fmla="*/ 62657 h 177732"/>
                  <a:gd name="connsiteX22" fmla="*/ 88866 w 177732"/>
                  <a:gd name="connsiteY22" fmla="*/ 62657 h 177732"/>
                  <a:gd name="connsiteX23" fmla="*/ 87637 w 177732"/>
                  <a:gd name="connsiteY23" fmla="*/ 62657 h 177732"/>
                  <a:gd name="connsiteX24" fmla="*/ 80676 w 177732"/>
                  <a:gd name="connsiteY24" fmla="*/ 70847 h 177732"/>
                  <a:gd name="connsiteX25" fmla="*/ 88866 w 177732"/>
                  <a:gd name="connsiteY25" fmla="*/ 79038 h 177732"/>
                  <a:gd name="connsiteX26" fmla="*/ 116304 w 177732"/>
                  <a:gd name="connsiteY26" fmla="*/ 106475 h 177732"/>
                  <a:gd name="connsiteX27" fmla="*/ 98285 w 177732"/>
                  <a:gd name="connsiteY27" fmla="*/ 132275 h 177732"/>
                  <a:gd name="connsiteX28" fmla="*/ 98285 w 177732"/>
                  <a:gd name="connsiteY28" fmla="*/ 134323 h 177732"/>
                  <a:gd name="connsiteX29" fmla="*/ 88866 w 177732"/>
                  <a:gd name="connsiteY29" fmla="*/ 143742 h 177732"/>
                  <a:gd name="connsiteX30" fmla="*/ 79447 w 177732"/>
                  <a:gd name="connsiteY30" fmla="*/ 134323 h 177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77732" h="177732">
                    <a:moveTo>
                      <a:pt x="88866" y="177732"/>
                    </a:moveTo>
                    <a:cubicBezTo>
                      <a:pt x="39724" y="177732"/>
                      <a:pt x="0" y="137599"/>
                      <a:pt x="0" y="88866"/>
                    </a:cubicBezTo>
                    <a:cubicBezTo>
                      <a:pt x="0" y="39724"/>
                      <a:pt x="39724" y="0"/>
                      <a:pt x="88866" y="0"/>
                    </a:cubicBezTo>
                    <a:cubicBezTo>
                      <a:pt x="138009" y="0"/>
                      <a:pt x="177732" y="39724"/>
                      <a:pt x="177732" y="88866"/>
                    </a:cubicBezTo>
                    <a:cubicBezTo>
                      <a:pt x="177732" y="137599"/>
                      <a:pt x="138009" y="177732"/>
                      <a:pt x="88866" y="177732"/>
                    </a:cubicBezTo>
                    <a:close/>
                    <a:moveTo>
                      <a:pt x="79447" y="132275"/>
                    </a:moveTo>
                    <a:cubicBezTo>
                      <a:pt x="68799" y="128180"/>
                      <a:pt x="61428" y="118352"/>
                      <a:pt x="61428" y="106475"/>
                    </a:cubicBezTo>
                    <a:cubicBezTo>
                      <a:pt x="61428" y="101152"/>
                      <a:pt x="65933" y="97056"/>
                      <a:pt x="71257" y="97056"/>
                    </a:cubicBezTo>
                    <a:cubicBezTo>
                      <a:pt x="76171" y="97056"/>
                      <a:pt x="80676" y="101152"/>
                      <a:pt x="80676" y="106475"/>
                    </a:cubicBezTo>
                    <a:cubicBezTo>
                      <a:pt x="80676" y="110980"/>
                      <a:pt x="84361" y="114666"/>
                      <a:pt x="88866" y="114666"/>
                    </a:cubicBezTo>
                    <a:cubicBezTo>
                      <a:pt x="93371" y="114666"/>
                      <a:pt x="97056" y="110980"/>
                      <a:pt x="97056" y="106475"/>
                    </a:cubicBezTo>
                    <a:cubicBezTo>
                      <a:pt x="97056" y="101971"/>
                      <a:pt x="93371" y="98285"/>
                      <a:pt x="88866" y="98285"/>
                    </a:cubicBezTo>
                    <a:cubicBezTo>
                      <a:pt x="73714" y="98285"/>
                      <a:pt x="61428" y="85999"/>
                      <a:pt x="61428" y="70847"/>
                    </a:cubicBezTo>
                    <a:cubicBezTo>
                      <a:pt x="61428" y="58971"/>
                      <a:pt x="68799" y="49142"/>
                      <a:pt x="79447" y="45457"/>
                    </a:cubicBezTo>
                    <a:lnTo>
                      <a:pt x="79447" y="43000"/>
                    </a:lnTo>
                    <a:cubicBezTo>
                      <a:pt x="79447" y="37676"/>
                      <a:pt x="83542" y="33581"/>
                      <a:pt x="88866" y="33581"/>
                    </a:cubicBezTo>
                    <a:cubicBezTo>
                      <a:pt x="94190" y="33581"/>
                      <a:pt x="98285" y="37676"/>
                      <a:pt x="98285" y="43000"/>
                    </a:cubicBezTo>
                    <a:lnTo>
                      <a:pt x="98285" y="45457"/>
                    </a:lnTo>
                    <a:cubicBezTo>
                      <a:pt x="108933" y="49142"/>
                      <a:pt x="116304" y="58971"/>
                      <a:pt x="116304" y="70847"/>
                    </a:cubicBezTo>
                    <a:cubicBezTo>
                      <a:pt x="116304" y="76171"/>
                      <a:pt x="111799" y="80266"/>
                      <a:pt x="106885" y="80266"/>
                    </a:cubicBezTo>
                    <a:cubicBezTo>
                      <a:pt x="101561" y="80266"/>
                      <a:pt x="97056" y="76171"/>
                      <a:pt x="97056" y="70847"/>
                    </a:cubicBezTo>
                    <a:cubicBezTo>
                      <a:pt x="97056" y="66752"/>
                      <a:pt x="94190" y="63476"/>
                      <a:pt x="90095" y="62657"/>
                    </a:cubicBezTo>
                    <a:cubicBezTo>
                      <a:pt x="89685" y="62657"/>
                      <a:pt x="89276" y="62657"/>
                      <a:pt x="88866" y="62657"/>
                    </a:cubicBezTo>
                    <a:cubicBezTo>
                      <a:pt x="88456" y="62657"/>
                      <a:pt x="88047" y="62657"/>
                      <a:pt x="87637" y="62657"/>
                    </a:cubicBezTo>
                    <a:cubicBezTo>
                      <a:pt x="83542" y="63476"/>
                      <a:pt x="80676" y="66752"/>
                      <a:pt x="80676" y="70847"/>
                    </a:cubicBezTo>
                    <a:cubicBezTo>
                      <a:pt x="80676" y="75352"/>
                      <a:pt x="84361" y="79038"/>
                      <a:pt x="88866" y="79038"/>
                    </a:cubicBezTo>
                    <a:cubicBezTo>
                      <a:pt x="104018" y="79038"/>
                      <a:pt x="116304" y="91323"/>
                      <a:pt x="116304" y="106475"/>
                    </a:cubicBezTo>
                    <a:cubicBezTo>
                      <a:pt x="116304" y="118352"/>
                      <a:pt x="108933" y="128180"/>
                      <a:pt x="98285" y="132275"/>
                    </a:cubicBezTo>
                    <a:lnTo>
                      <a:pt x="98285" y="134323"/>
                    </a:lnTo>
                    <a:cubicBezTo>
                      <a:pt x="98285" y="139647"/>
                      <a:pt x="94190" y="143742"/>
                      <a:pt x="88866" y="143742"/>
                    </a:cubicBezTo>
                    <a:cubicBezTo>
                      <a:pt x="83542" y="143742"/>
                      <a:pt x="79447" y="139647"/>
                      <a:pt x="79447" y="134323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2891512" y="2030617"/>
                <a:ext cx="478730" cy="246941"/>
              </a:xfrm>
              <a:custGeom>
                <a:avLst/>
                <a:gdLst>
                  <a:gd name="connsiteX0" fmla="*/ 145789 w 478730"/>
                  <a:gd name="connsiteY0" fmla="*/ 0 h 246941"/>
                  <a:gd name="connsiteX1" fmla="*/ 372254 w 478730"/>
                  <a:gd name="connsiteY1" fmla="*/ 0 h 246941"/>
                  <a:gd name="connsiteX2" fmla="*/ 353826 w 478730"/>
                  <a:gd name="connsiteY2" fmla="*/ 60609 h 246941"/>
                  <a:gd name="connsiteX3" fmla="*/ 461939 w 478730"/>
                  <a:gd name="connsiteY3" fmla="*/ 168313 h 246941"/>
                  <a:gd name="connsiteX4" fmla="*/ 478730 w 478730"/>
                  <a:gd name="connsiteY4" fmla="*/ 167084 h 246941"/>
                  <a:gd name="connsiteX5" fmla="*/ 478730 w 478730"/>
                  <a:gd name="connsiteY5" fmla="*/ 246941 h 246941"/>
                  <a:gd name="connsiteX6" fmla="*/ 345636 w 478730"/>
                  <a:gd name="connsiteY6" fmla="*/ 246941 h 246941"/>
                  <a:gd name="connsiteX7" fmla="*/ 345636 w 478730"/>
                  <a:gd name="connsiteY7" fmla="*/ 43000 h 246941"/>
                  <a:gd name="connsiteX8" fmla="*/ 335807 w 478730"/>
                  <a:gd name="connsiteY8" fmla="*/ 33581 h 246941"/>
                  <a:gd name="connsiteX9" fmla="*/ 287484 w 478730"/>
                  <a:gd name="connsiteY9" fmla="*/ 33581 h 246941"/>
                  <a:gd name="connsiteX10" fmla="*/ 278065 w 478730"/>
                  <a:gd name="connsiteY10" fmla="*/ 43000 h 246941"/>
                  <a:gd name="connsiteX11" fmla="*/ 278065 w 478730"/>
                  <a:gd name="connsiteY11" fmla="*/ 76171 h 246941"/>
                  <a:gd name="connsiteX12" fmla="*/ 239160 w 478730"/>
                  <a:gd name="connsiteY12" fmla="*/ 76171 h 246941"/>
                  <a:gd name="connsiteX13" fmla="*/ 229741 w 478730"/>
                  <a:gd name="connsiteY13" fmla="*/ 85590 h 246941"/>
                  <a:gd name="connsiteX14" fmla="*/ 229741 w 478730"/>
                  <a:gd name="connsiteY14" fmla="*/ 118761 h 246941"/>
                  <a:gd name="connsiteX15" fmla="*/ 191246 w 478730"/>
                  <a:gd name="connsiteY15" fmla="*/ 118761 h 246941"/>
                  <a:gd name="connsiteX16" fmla="*/ 181418 w 478730"/>
                  <a:gd name="connsiteY16" fmla="*/ 128180 h 246941"/>
                  <a:gd name="connsiteX17" fmla="*/ 181418 w 478730"/>
                  <a:gd name="connsiteY17" fmla="*/ 152751 h 246941"/>
                  <a:gd name="connsiteX18" fmla="*/ 142923 w 478730"/>
                  <a:gd name="connsiteY18" fmla="*/ 152751 h 246941"/>
                  <a:gd name="connsiteX19" fmla="*/ 133094 w 478730"/>
                  <a:gd name="connsiteY19" fmla="*/ 162170 h 246941"/>
                  <a:gd name="connsiteX20" fmla="*/ 133094 w 478730"/>
                  <a:gd name="connsiteY20" fmla="*/ 246941 h 246941"/>
                  <a:gd name="connsiteX21" fmla="*/ 0 w 478730"/>
                  <a:gd name="connsiteY21" fmla="*/ 246941 h 246941"/>
                  <a:gd name="connsiteX22" fmla="*/ 0 w 478730"/>
                  <a:gd name="connsiteY22" fmla="*/ 140875 h 246941"/>
                  <a:gd name="connsiteX23" fmla="*/ 9009 w 478730"/>
                  <a:gd name="connsiteY23" fmla="*/ 140875 h 246941"/>
                  <a:gd name="connsiteX24" fmla="*/ 127770 w 478730"/>
                  <a:gd name="connsiteY24" fmla="*/ 72485 h 246941"/>
                  <a:gd name="connsiteX25" fmla="*/ 145789 w 478730"/>
                  <a:gd name="connsiteY25" fmla="*/ 0 h 246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78730" h="246941">
                    <a:moveTo>
                      <a:pt x="145789" y="0"/>
                    </a:moveTo>
                    <a:lnTo>
                      <a:pt x="372254" y="0"/>
                    </a:lnTo>
                    <a:cubicBezTo>
                      <a:pt x="360788" y="17200"/>
                      <a:pt x="353826" y="38085"/>
                      <a:pt x="353826" y="60609"/>
                    </a:cubicBezTo>
                    <a:cubicBezTo>
                      <a:pt x="353826" y="119990"/>
                      <a:pt x="402559" y="168313"/>
                      <a:pt x="461939" y="168313"/>
                    </a:cubicBezTo>
                    <a:cubicBezTo>
                      <a:pt x="467673" y="168313"/>
                      <a:pt x="472997" y="167904"/>
                      <a:pt x="478730" y="167084"/>
                    </a:cubicBezTo>
                    <a:lnTo>
                      <a:pt x="478730" y="246941"/>
                    </a:lnTo>
                    <a:lnTo>
                      <a:pt x="345636" y="246941"/>
                    </a:lnTo>
                    <a:lnTo>
                      <a:pt x="345636" y="43000"/>
                    </a:lnTo>
                    <a:cubicBezTo>
                      <a:pt x="345636" y="37676"/>
                      <a:pt x="341131" y="33581"/>
                      <a:pt x="335807" y="33581"/>
                    </a:cubicBezTo>
                    <a:lnTo>
                      <a:pt x="287484" y="33581"/>
                    </a:lnTo>
                    <a:cubicBezTo>
                      <a:pt x="282160" y="33581"/>
                      <a:pt x="278065" y="37676"/>
                      <a:pt x="278065" y="43000"/>
                    </a:cubicBezTo>
                    <a:lnTo>
                      <a:pt x="278065" y="76171"/>
                    </a:lnTo>
                    <a:lnTo>
                      <a:pt x="239160" y="76171"/>
                    </a:lnTo>
                    <a:cubicBezTo>
                      <a:pt x="234246" y="76171"/>
                      <a:pt x="229741" y="80676"/>
                      <a:pt x="229741" y="85590"/>
                    </a:cubicBezTo>
                    <a:lnTo>
                      <a:pt x="229741" y="118761"/>
                    </a:lnTo>
                    <a:lnTo>
                      <a:pt x="191246" y="118761"/>
                    </a:lnTo>
                    <a:cubicBezTo>
                      <a:pt x="185922" y="118761"/>
                      <a:pt x="181418" y="123266"/>
                      <a:pt x="181418" y="128180"/>
                    </a:cubicBezTo>
                    <a:lnTo>
                      <a:pt x="181418" y="152751"/>
                    </a:lnTo>
                    <a:lnTo>
                      <a:pt x="142923" y="152751"/>
                    </a:lnTo>
                    <a:cubicBezTo>
                      <a:pt x="137599" y="152751"/>
                      <a:pt x="133094" y="156846"/>
                      <a:pt x="133094" y="162170"/>
                    </a:cubicBezTo>
                    <a:lnTo>
                      <a:pt x="133094" y="246941"/>
                    </a:lnTo>
                    <a:lnTo>
                      <a:pt x="0" y="246941"/>
                    </a:lnTo>
                    <a:lnTo>
                      <a:pt x="0" y="140875"/>
                    </a:lnTo>
                    <a:lnTo>
                      <a:pt x="9009" y="140875"/>
                    </a:lnTo>
                    <a:cubicBezTo>
                      <a:pt x="57742" y="140875"/>
                      <a:pt x="103199" y="114666"/>
                      <a:pt x="127770" y="72485"/>
                    </a:cubicBezTo>
                    <a:cubicBezTo>
                      <a:pt x="140875" y="49962"/>
                      <a:pt x="146608" y="24571"/>
                      <a:pt x="145789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13043855" y="2083446"/>
                <a:ext cx="174046" cy="194113"/>
              </a:xfrm>
              <a:custGeom>
                <a:avLst/>
                <a:gdLst>
                  <a:gd name="connsiteX0" fmla="*/ 0 w 174046"/>
                  <a:gd name="connsiteY0" fmla="*/ 119170 h 194113"/>
                  <a:gd name="connsiteX1" fmla="*/ 29076 w 174046"/>
                  <a:gd name="connsiteY1" fmla="*/ 119170 h 194113"/>
                  <a:gd name="connsiteX2" fmla="*/ 29076 w 174046"/>
                  <a:gd name="connsiteY2" fmla="*/ 194112 h 194113"/>
                  <a:gd name="connsiteX3" fmla="*/ 0 w 174046"/>
                  <a:gd name="connsiteY3" fmla="*/ 194112 h 194113"/>
                  <a:gd name="connsiteX4" fmla="*/ 48323 w 174046"/>
                  <a:gd name="connsiteY4" fmla="*/ 85180 h 194113"/>
                  <a:gd name="connsiteX5" fmla="*/ 77399 w 174046"/>
                  <a:gd name="connsiteY5" fmla="*/ 85180 h 194113"/>
                  <a:gd name="connsiteX6" fmla="*/ 77399 w 174046"/>
                  <a:gd name="connsiteY6" fmla="*/ 194112 h 194113"/>
                  <a:gd name="connsiteX7" fmla="*/ 48323 w 174046"/>
                  <a:gd name="connsiteY7" fmla="*/ 194112 h 194113"/>
                  <a:gd name="connsiteX8" fmla="*/ 48323 w 174046"/>
                  <a:gd name="connsiteY8" fmla="*/ 109341 h 194113"/>
                  <a:gd name="connsiteX9" fmla="*/ 96647 w 174046"/>
                  <a:gd name="connsiteY9" fmla="*/ 42590 h 194113"/>
                  <a:gd name="connsiteX10" fmla="*/ 125723 w 174046"/>
                  <a:gd name="connsiteY10" fmla="*/ 42590 h 194113"/>
                  <a:gd name="connsiteX11" fmla="*/ 125723 w 174046"/>
                  <a:gd name="connsiteY11" fmla="*/ 194113 h 194113"/>
                  <a:gd name="connsiteX12" fmla="*/ 96647 w 174046"/>
                  <a:gd name="connsiteY12" fmla="*/ 194113 h 194113"/>
                  <a:gd name="connsiteX13" fmla="*/ 96647 w 174046"/>
                  <a:gd name="connsiteY13" fmla="*/ 75352 h 194113"/>
                  <a:gd name="connsiteX14" fmla="*/ 144970 w 174046"/>
                  <a:gd name="connsiteY14" fmla="*/ 0 h 194113"/>
                  <a:gd name="connsiteX15" fmla="*/ 174046 w 174046"/>
                  <a:gd name="connsiteY15" fmla="*/ 0 h 194113"/>
                  <a:gd name="connsiteX16" fmla="*/ 174046 w 174046"/>
                  <a:gd name="connsiteY16" fmla="*/ 194113 h 194113"/>
                  <a:gd name="connsiteX17" fmla="*/ 144970 w 174046"/>
                  <a:gd name="connsiteY17" fmla="*/ 194113 h 194113"/>
                  <a:gd name="connsiteX18" fmla="*/ 144970 w 174046"/>
                  <a:gd name="connsiteY18" fmla="*/ 32762 h 194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4046" h="194113">
                    <a:moveTo>
                      <a:pt x="0" y="119170"/>
                    </a:moveTo>
                    <a:lnTo>
                      <a:pt x="29076" y="119170"/>
                    </a:lnTo>
                    <a:lnTo>
                      <a:pt x="29076" y="194112"/>
                    </a:lnTo>
                    <a:lnTo>
                      <a:pt x="0" y="194112"/>
                    </a:lnTo>
                    <a:close/>
                    <a:moveTo>
                      <a:pt x="48323" y="85180"/>
                    </a:moveTo>
                    <a:lnTo>
                      <a:pt x="77399" y="85180"/>
                    </a:lnTo>
                    <a:lnTo>
                      <a:pt x="77399" y="194112"/>
                    </a:lnTo>
                    <a:lnTo>
                      <a:pt x="48323" y="194112"/>
                    </a:lnTo>
                    <a:lnTo>
                      <a:pt x="48323" y="109341"/>
                    </a:lnTo>
                    <a:close/>
                    <a:moveTo>
                      <a:pt x="96647" y="42590"/>
                    </a:moveTo>
                    <a:lnTo>
                      <a:pt x="125723" y="42590"/>
                    </a:lnTo>
                    <a:lnTo>
                      <a:pt x="125723" y="194113"/>
                    </a:lnTo>
                    <a:lnTo>
                      <a:pt x="96647" y="194113"/>
                    </a:lnTo>
                    <a:lnTo>
                      <a:pt x="96647" y="75352"/>
                    </a:lnTo>
                    <a:close/>
                    <a:moveTo>
                      <a:pt x="144970" y="0"/>
                    </a:moveTo>
                    <a:lnTo>
                      <a:pt x="174046" y="0"/>
                    </a:lnTo>
                    <a:lnTo>
                      <a:pt x="174046" y="194113"/>
                    </a:lnTo>
                    <a:lnTo>
                      <a:pt x="144970" y="194113"/>
                    </a:lnTo>
                    <a:lnTo>
                      <a:pt x="144970" y="32762"/>
                    </a:lnTo>
                    <a:close/>
                  </a:path>
                </a:pathLst>
              </a:custGeom>
              <a:gradFill flip="none" rotWithShape="1">
                <a:gsLst>
                  <a:gs pos="13000">
                    <a:schemeClr val="accent1">
                      <a:lumMod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12891512" y="2296807"/>
                <a:ext cx="478730" cy="60609"/>
              </a:xfrm>
              <a:custGeom>
                <a:avLst/>
                <a:gdLst>
                  <a:gd name="connsiteX0" fmla="*/ 0 w 478730"/>
                  <a:gd name="connsiteY0" fmla="*/ 0 h 60609"/>
                  <a:gd name="connsiteX1" fmla="*/ 478730 w 478730"/>
                  <a:gd name="connsiteY1" fmla="*/ 0 h 60609"/>
                  <a:gd name="connsiteX2" fmla="*/ 478730 w 478730"/>
                  <a:gd name="connsiteY2" fmla="*/ 51190 h 60609"/>
                  <a:gd name="connsiteX3" fmla="*/ 468901 w 478730"/>
                  <a:gd name="connsiteY3" fmla="*/ 60609 h 60609"/>
                  <a:gd name="connsiteX4" fmla="*/ 9828 w 478730"/>
                  <a:gd name="connsiteY4" fmla="*/ 60609 h 60609"/>
                  <a:gd name="connsiteX5" fmla="*/ 0 w 478730"/>
                  <a:gd name="connsiteY5" fmla="*/ 51190 h 60609"/>
                  <a:gd name="connsiteX6" fmla="*/ 0 w 478730"/>
                  <a:gd name="connsiteY6" fmla="*/ 0 h 60609"/>
                  <a:gd name="connsiteX7" fmla="*/ 384540 w 478730"/>
                  <a:gd name="connsiteY7" fmla="*/ 18018 h 60609"/>
                  <a:gd name="connsiteX8" fmla="*/ 374712 w 478730"/>
                  <a:gd name="connsiteY8" fmla="*/ 27437 h 60609"/>
                  <a:gd name="connsiteX9" fmla="*/ 384540 w 478730"/>
                  <a:gd name="connsiteY9" fmla="*/ 37266 h 60609"/>
                  <a:gd name="connsiteX10" fmla="*/ 411568 w 478730"/>
                  <a:gd name="connsiteY10" fmla="*/ 37266 h 60609"/>
                  <a:gd name="connsiteX11" fmla="*/ 420987 w 478730"/>
                  <a:gd name="connsiteY11" fmla="*/ 27437 h 60609"/>
                  <a:gd name="connsiteX12" fmla="*/ 411568 w 478730"/>
                  <a:gd name="connsiteY12" fmla="*/ 18018 h 60609"/>
                  <a:gd name="connsiteX13" fmla="*/ 384540 w 478730"/>
                  <a:gd name="connsiteY13" fmla="*/ 18018 h 60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78730" h="60609">
                    <a:moveTo>
                      <a:pt x="0" y="0"/>
                    </a:moveTo>
                    <a:lnTo>
                      <a:pt x="478730" y="0"/>
                    </a:lnTo>
                    <a:lnTo>
                      <a:pt x="478730" y="51190"/>
                    </a:lnTo>
                    <a:cubicBezTo>
                      <a:pt x="478730" y="56104"/>
                      <a:pt x="474225" y="60609"/>
                      <a:pt x="468901" y="60609"/>
                    </a:cubicBezTo>
                    <a:lnTo>
                      <a:pt x="9828" y="60609"/>
                    </a:lnTo>
                    <a:cubicBezTo>
                      <a:pt x="4505" y="60609"/>
                      <a:pt x="0" y="56104"/>
                      <a:pt x="0" y="51190"/>
                    </a:cubicBezTo>
                    <a:lnTo>
                      <a:pt x="0" y="0"/>
                    </a:lnTo>
                    <a:close/>
                    <a:moveTo>
                      <a:pt x="384540" y="18018"/>
                    </a:moveTo>
                    <a:cubicBezTo>
                      <a:pt x="379216" y="18018"/>
                      <a:pt x="374712" y="22114"/>
                      <a:pt x="374712" y="27437"/>
                    </a:cubicBezTo>
                    <a:cubicBezTo>
                      <a:pt x="374712" y="32761"/>
                      <a:pt x="379216" y="37266"/>
                      <a:pt x="384540" y="37266"/>
                    </a:cubicBezTo>
                    <a:lnTo>
                      <a:pt x="411568" y="37266"/>
                    </a:lnTo>
                    <a:cubicBezTo>
                      <a:pt x="416892" y="37266"/>
                      <a:pt x="420987" y="32761"/>
                      <a:pt x="420987" y="27437"/>
                    </a:cubicBezTo>
                    <a:cubicBezTo>
                      <a:pt x="420987" y="22114"/>
                      <a:pt x="416892" y="18018"/>
                      <a:pt x="411568" y="18018"/>
                    </a:cubicBezTo>
                    <a:lnTo>
                      <a:pt x="384540" y="18018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12743886" y="1917588"/>
                <a:ext cx="274306" cy="350960"/>
              </a:xfrm>
              <a:custGeom>
                <a:avLst/>
                <a:gdLst>
                  <a:gd name="connsiteX0" fmla="*/ 157045 w 274306"/>
                  <a:gd name="connsiteY0" fmla="*/ 58972 h 350960"/>
                  <a:gd name="connsiteX1" fmla="*/ 186121 w 274306"/>
                  <a:gd name="connsiteY1" fmla="*/ 66753 h 350960"/>
                  <a:gd name="connsiteX2" fmla="*/ 213149 w 274306"/>
                  <a:gd name="connsiteY2" fmla="*/ 102381 h 350960"/>
                  <a:gd name="connsiteX3" fmla="*/ 207416 w 274306"/>
                  <a:gd name="connsiteY3" fmla="*/ 146609 h 350960"/>
                  <a:gd name="connsiteX4" fmla="*/ 157045 w 274306"/>
                  <a:gd name="connsiteY4" fmla="*/ 175685 h 350960"/>
                  <a:gd name="connsiteX5" fmla="*/ 127969 w 274306"/>
                  <a:gd name="connsiteY5" fmla="*/ 167905 h 350960"/>
                  <a:gd name="connsiteX6" fmla="*/ 106674 w 274306"/>
                  <a:gd name="connsiteY6" fmla="*/ 88457 h 350960"/>
                  <a:gd name="connsiteX7" fmla="*/ 157045 w 274306"/>
                  <a:gd name="connsiteY7" fmla="*/ 58972 h 350960"/>
                  <a:gd name="connsiteX8" fmla="*/ 157045 w 274306"/>
                  <a:gd name="connsiteY8" fmla="*/ 40133 h 350960"/>
                  <a:gd name="connsiteX9" fmla="*/ 89883 w 274306"/>
                  <a:gd name="connsiteY9" fmla="*/ 78628 h 350960"/>
                  <a:gd name="connsiteX10" fmla="*/ 118140 w 274306"/>
                  <a:gd name="connsiteY10" fmla="*/ 184284 h 350960"/>
                  <a:gd name="connsiteX11" fmla="*/ 157045 w 274306"/>
                  <a:gd name="connsiteY11" fmla="*/ 194522 h 350960"/>
                  <a:gd name="connsiteX12" fmla="*/ 223797 w 274306"/>
                  <a:gd name="connsiteY12" fmla="*/ 156027 h 350960"/>
                  <a:gd name="connsiteX13" fmla="*/ 231577 w 274306"/>
                  <a:gd name="connsiteY13" fmla="*/ 97466 h 350960"/>
                  <a:gd name="connsiteX14" fmla="*/ 195540 w 274306"/>
                  <a:gd name="connsiteY14" fmla="*/ 50371 h 350960"/>
                  <a:gd name="connsiteX15" fmla="*/ 157045 w 274306"/>
                  <a:gd name="connsiteY15" fmla="*/ 40133 h 350960"/>
                  <a:gd name="connsiteX16" fmla="*/ 157045 w 274306"/>
                  <a:gd name="connsiteY16" fmla="*/ 0 h 350960"/>
                  <a:gd name="connsiteX17" fmla="*/ 215606 w 274306"/>
                  <a:gd name="connsiteY17" fmla="*/ 15562 h 350960"/>
                  <a:gd name="connsiteX18" fmla="*/ 258606 w 274306"/>
                  <a:gd name="connsiteY18" fmla="*/ 176094 h 350960"/>
                  <a:gd name="connsiteX19" fmla="*/ 156635 w 274306"/>
                  <a:gd name="connsiteY19" fmla="*/ 235065 h 350960"/>
                  <a:gd name="connsiteX20" fmla="*/ 123976 w 274306"/>
                  <a:gd name="connsiteY20" fmla="*/ 226158 h 350960"/>
                  <a:gd name="connsiteX21" fmla="*/ 115198 w 274306"/>
                  <a:gd name="connsiteY21" fmla="*/ 241404 h 350960"/>
                  <a:gd name="connsiteX22" fmla="*/ 119778 w 274306"/>
                  <a:gd name="connsiteY22" fmla="*/ 244075 h 350960"/>
                  <a:gd name="connsiteX23" fmla="*/ 123463 w 274306"/>
                  <a:gd name="connsiteY23" fmla="*/ 257180 h 350960"/>
                  <a:gd name="connsiteX24" fmla="*/ 72273 w 274306"/>
                  <a:gd name="connsiteY24" fmla="*/ 346046 h 350960"/>
                  <a:gd name="connsiteX25" fmla="*/ 66540 w 274306"/>
                  <a:gd name="connsiteY25" fmla="*/ 350550 h 350960"/>
                  <a:gd name="connsiteX26" fmla="*/ 64083 w 274306"/>
                  <a:gd name="connsiteY26" fmla="*/ 350960 h 350960"/>
                  <a:gd name="connsiteX27" fmla="*/ 59169 w 274306"/>
                  <a:gd name="connsiteY27" fmla="*/ 349322 h 350960"/>
                  <a:gd name="connsiteX28" fmla="*/ 4702 w 274306"/>
                  <a:gd name="connsiteY28" fmla="*/ 318198 h 350960"/>
                  <a:gd name="connsiteX29" fmla="*/ 1426 w 274306"/>
                  <a:gd name="connsiteY29" fmla="*/ 305094 h 350960"/>
                  <a:gd name="connsiteX30" fmla="*/ 52616 w 274306"/>
                  <a:gd name="connsiteY30" fmla="*/ 216228 h 350960"/>
                  <a:gd name="connsiteX31" fmla="*/ 58350 w 274306"/>
                  <a:gd name="connsiteY31" fmla="*/ 211723 h 350960"/>
                  <a:gd name="connsiteX32" fmla="*/ 65721 w 274306"/>
                  <a:gd name="connsiteY32" fmla="*/ 212542 h 350960"/>
                  <a:gd name="connsiteX33" fmla="*/ 70663 w 274306"/>
                  <a:gd name="connsiteY33" fmla="*/ 215425 h 350960"/>
                  <a:gd name="connsiteX34" fmla="*/ 78500 w 274306"/>
                  <a:gd name="connsiteY34" fmla="*/ 201814 h 350960"/>
                  <a:gd name="connsiteX35" fmla="*/ 63136 w 274306"/>
                  <a:gd name="connsiteY35" fmla="*/ 188251 h 350960"/>
                  <a:gd name="connsiteX36" fmla="*/ 55074 w 274306"/>
                  <a:gd name="connsiteY36" fmla="*/ 58561 h 350960"/>
                  <a:gd name="connsiteX37" fmla="*/ 157045 w 274306"/>
                  <a:gd name="connsiteY37" fmla="*/ 0 h 350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4306" h="350960">
                    <a:moveTo>
                      <a:pt x="157045" y="58972"/>
                    </a:moveTo>
                    <a:cubicBezTo>
                      <a:pt x="167283" y="58972"/>
                      <a:pt x="177111" y="61839"/>
                      <a:pt x="186121" y="66753"/>
                    </a:cubicBezTo>
                    <a:cubicBezTo>
                      <a:pt x="199635" y="74534"/>
                      <a:pt x="209054" y="87229"/>
                      <a:pt x="213149" y="102381"/>
                    </a:cubicBezTo>
                    <a:cubicBezTo>
                      <a:pt x="217244" y="117533"/>
                      <a:pt x="215197" y="133095"/>
                      <a:pt x="207416" y="146609"/>
                    </a:cubicBezTo>
                    <a:cubicBezTo>
                      <a:pt x="196768" y="164628"/>
                      <a:pt x="177521" y="175685"/>
                      <a:pt x="157045" y="175685"/>
                    </a:cubicBezTo>
                    <a:cubicBezTo>
                      <a:pt x="146807" y="175685"/>
                      <a:pt x="136569" y="172819"/>
                      <a:pt x="127969" y="167905"/>
                    </a:cubicBezTo>
                    <a:cubicBezTo>
                      <a:pt x="100121" y="151933"/>
                      <a:pt x="90293" y="115895"/>
                      <a:pt x="106674" y="88457"/>
                    </a:cubicBezTo>
                    <a:cubicBezTo>
                      <a:pt x="116912" y="70439"/>
                      <a:pt x="136159" y="58972"/>
                      <a:pt x="157045" y="58972"/>
                    </a:cubicBezTo>
                    <a:close/>
                    <a:moveTo>
                      <a:pt x="157045" y="40133"/>
                    </a:moveTo>
                    <a:cubicBezTo>
                      <a:pt x="129197" y="40133"/>
                      <a:pt x="103807" y="54876"/>
                      <a:pt x="89883" y="78628"/>
                    </a:cubicBezTo>
                    <a:cubicBezTo>
                      <a:pt x="68588" y="115485"/>
                      <a:pt x="81283" y="162989"/>
                      <a:pt x="118140" y="184284"/>
                    </a:cubicBezTo>
                    <a:cubicBezTo>
                      <a:pt x="130016" y="191246"/>
                      <a:pt x="143530" y="194522"/>
                      <a:pt x="157045" y="194522"/>
                    </a:cubicBezTo>
                    <a:cubicBezTo>
                      <a:pt x="184483" y="194522"/>
                      <a:pt x="210282" y="179780"/>
                      <a:pt x="223797" y="156027"/>
                    </a:cubicBezTo>
                    <a:cubicBezTo>
                      <a:pt x="234035" y="138009"/>
                      <a:pt x="236901" y="117123"/>
                      <a:pt x="231577" y="97466"/>
                    </a:cubicBezTo>
                    <a:cubicBezTo>
                      <a:pt x="226254" y="77399"/>
                      <a:pt x="213559" y="60609"/>
                      <a:pt x="195540" y="50371"/>
                    </a:cubicBezTo>
                    <a:cubicBezTo>
                      <a:pt x="183664" y="43819"/>
                      <a:pt x="170559" y="40133"/>
                      <a:pt x="157045" y="40133"/>
                    </a:cubicBezTo>
                    <a:close/>
                    <a:moveTo>
                      <a:pt x="157045" y="0"/>
                    </a:moveTo>
                    <a:cubicBezTo>
                      <a:pt x="177521" y="0"/>
                      <a:pt x="197997" y="5324"/>
                      <a:pt x="215606" y="15562"/>
                    </a:cubicBezTo>
                    <a:cubicBezTo>
                      <a:pt x="271710" y="47914"/>
                      <a:pt x="290958" y="119990"/>
                      <a:pt x="258606" y="176094"/>
                    </a:cubicBezTo>
                    <a:cubicBezTo>
                      <a:pt x="237720" y="212541"/>
                      <a:pt x="198816" y="235065"/>
                      <a:pt x="156635" y="235065"/>
                    </a:cubicBezTo>
                    <a:lnTo>
                      <a:pt x="123976" y="226158"/>
                    </a:lnTo>
                    <a:lnTo>
                      <a:pt x="115198" y="241404"/>
                    </a:lnTo>
                    <a:lnTo>
                      <a:pt x="119778" y="244075"/>
                    </a:lnTo>
                    <a:cubicBezTo>
                      <a:pt x="124692" y="246942"/>
                      <a:pt x="125920" y="252675"/>
                      <a:pt x="123463" y="257180"/>
                    </a:cubicBezTo>
                    <a:lnTo>
                      <a:pt x="72273" y="346046"/>
                    </a:lnTo>
                    <a:cubicBezTo>
                      <a:pt x="71045" y="348093"/>
                      <a:pt x="68997" y="349731"/>
                      <a:pt x="66540" y="350550"/>
                    </a:cubicBezTo>
                    <a:cubicBezTo>
                      <a:pt x="65721" y="350550"/>
                      <a:pt x="64902" y="350960"/>
                      <a:pt x="64083" y="350960"/>
                    </a:cubicBezTo>
                    <a:cubicBezTo>
                      <a:pt x="62035" y="350960"/>
                      <a:pt x="60397" y="350550"/>
                      <a:pt x="59169" y="349322"/>
                    </a:cubicBezTo>
                    <a:lnTo>
                      <a:pt x="4702" y="318198"/>
                    </a:lnTo>
                    <a:cubicBezTo>
                      <a:pt x="198" y="315332"/>
                      <a:pt x="-1441" y="309598"/>
                      <a:pt x="1426" y="305094"/>
                    </a:cubicBezTo>
                    <a:lnTo>
                      <a:pt x="52616" y="216228"/>
                    </a:lnTo>
                    <a:cubicBezTo>
                      <a:pt x="53845" y="214180"/>
                      <a:pt x="55892" y="212542"/>
                      <a:pt x="58350" y="211723"/>
                    </a:cubicBezTo>
                    <a:cubicBezTo>
                      <a:pt x="60807" y="211313"/>
                      <a:pt x="63264" y="211313"/>
                      <a:pt x="65721" y="212542"/>
                    </a:cubicBezTo>
                    <a:lnTo>
                      <a:pt x="70663" y="215425"/>
                    </a:lnTo>
                    <a:lnTo>
                      <a:pt x="78500" y="201814"/>
                    </a:lnTo>
                    <a:lnTo>
                      <a:pt x="63136" y="188251"/>
                    </a:lnTo>
                    <a:cubicBezTo>
                      <a:pt x="35570" y="151702"/>
                      <a:pt x="30810" y="100640"/>
                      <a:pt x="55074" y="58561"/>
                    </a:cubicBezTo>
                    <a:cubicBezTo>
                      <a:pt x="75960" y="22524"/>
                      <a:pt x="115274" y="0"/>
                      <a:pt x="157045" y="0"/>
                    </a:cubicBezTo>
                    <a:close/>
                  </a:path>
                </a:pathLst>
              </a:custGeom>
              <a:gradFill flip="none" rotWithShape="1">
                <a:gsLst>
                  <a:gs pos="13000">
                    <a:schemeClr val="accent1">
                      <a:lumMod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12963179" y="2376661"/>
                <a:ext cx="334988" cy="84362"/>
              </a:xfrm>
              <a:custGeom>
                <a:avLst/>
                <a:gdLst>
                  <a:gd name="connsiteX0" fmla="*/ 123675 w 334988"/>
                  <a:gd name="connsiteY0" fmla="*/ 0 h 84362"/>
                  <a:gd name="connsiteX1" fmla="*/ 211722 w 334988"/>
                  <a:gd name="connsiteY1" fmla="*/ 0 h 84362"/>
                  <a:gd name="connsiteX2" fmla="*/ 211722 w 334988"/>
                  <a:gd name="connsiteY2" fmla="*/ 25391 h 84362"/>
                  <a:gd name="connsiteX3" fmla="*/ 269055 w 334988"/>
                  <a:gd name="connsiteY3" fmla="*/ 25391 h 84362"/>
                  <a:gd name="connsiteX4" fmla="*/ 298541 w 334988"/>
                  <a:gd name="connsiteY4" fmla="*/ 54876 h 84362"/>
                  <a:gd name="connsiteX5" fmla="*/ 298541 w 334988"/>
                  <a:gd name="connsiteY5" fmla="*/ 65114 h 84362"/>
                  <a:gd name="connsiteX6" fmla="*/ 325569 w 334988"/>
                  <a:gd name="connsiteY6" fmla="*/ 65114 h 84362"/>
                  <a:gd name="connsiteX7" fmla="*/ 334988 w 334988"/>
                  <a:gd name="connsiteY7" fmla="*/ 74942 h 84362"/>
                  <a:gd name="connsiteX8" fmla="*/ 325569 w 334988"/>
                  <a:gd name="connsiteY8" fmla="*/ 84361 h 84362"/>
                  <a:gd name="connsiteX9" fmla="*/ 289123 w 334988"/>
                  <a:gd name="connsiteY9" fmla="*/ 84361 h 84362"/>
                  <a:gd name="connsiteX10" fmla="*/ 289122 w 334988"/>
                  <a:gd name="connsiteY10" fmla="*/ 84362 h 84362"/>
                  <a:gd name="connsiteX11" fmla="*/ 46276 w 334988"/>
                  <a:gd name="connsiteY11" fmla="*/ 84362 h 84362"/>
                  <a:gd name="connsiteX12" fmla="*/ 46275 w 334988"/>
                  <a:gd name="connsiteY12" fmla="*/ 84361 h 84362"/>
                  <a:gd name="connsiteX13" fmla="*/ 9828 w 334988"/>
                  <a:gd name="connsiteY13" fmla="*/ 84361 h 84362"/>
                  <a:gd name="connsiteX14" fmla="*/ 0 w 334988"/>
                  <a:gd name="connsiteY14" fmla="*/ 74942 h 84362"/>
                  <a:gd name="connsiteX15" fmla="*/ 9828 w 334988"/>
                  <a:gd name="connsiteY15" fmla="*/ 65114 h 84362"/>
                  <a:gd name="connsiteX16" fmla="*/ 36857 w 334988"/>
                  <a:gd name="connsiteY16" fmla="*/ 65114 h 84362"/>
                  <a:gd name="connsiteX17" fmla="*/ 36857 w 334988"/>
                  <a:gd name="connsiteY17" fmla="*/ 54876 h 84362"/>
                  <a:gd name="connsiteX18" fmla="*/ 66342 w 334988"/>
                  <a:gd name="connsiteY18" fmla="*/ 25391 h 84362"/>
                  <a:gd name="connsiteX19" fmla="*/ 123675 w 334988"/>
                  <a:gd name="connsiteY19" fmla="*/ 25391 h 8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34988" h="84362">
                    <a:moveTo>
                      <a:pt x="123675" y="0"/>
                    </a:moveTo>
                    <a:lnTo>
                      <a:pt x="211722" y="0"/>
                    </a:lnTo>
                    <a:lnTo>
                      <a:pt x="211722" y="25391"/>
                    </a:lnTo>
                    <a:lnTo>
                      <a:pt x="269055" y="25391"/>
                    </a:lnTo>
                    <a:cubicBezTo>
                      <a:pt x="285436" y="25391"/>
                      <a:pt x="298541" y="38496"/>
                      <a:pt x="298541" y="54876"/>
                    </a:cubicBezTo>
                    <a:lnTo>
                      <a:pt x="298541" y="65114"/>
                    </a:lnTo>
                    <a:lnTo>
                      <a:pt x="325569" y="65114"/>
                    </a:lnTo>
                    <a:cubicBezTo>
                      <a:pt x="330893" y="65114"/>
                      <a:pt x="334988" y="69619"/>
                      <a:pt x="334988" y="74942"/>
                    </a:cubicBezTo>
                    <a:cubicBezTo>
                      <a:pt x="334988" y="80266"/>
                      <a:pt x="330893" y="84361"/>
                      <a:pt x="325569" y="84361"/>
                    </a:cubicBezTo>
                    <a:lnTo>
                      <a:pt x="289123" y="84361"/>
                    </a:lnTo>
                    <a:lnTo>
                      <a:pt x="289122" y="84362"/>
                    </a:lnTo>
                    <a:lnTo>
                      <a:pt x="46276" y="84362"/>
                    </a:lnTo>
                    <a:lnTo>
                      <a:pt x="46275" y="84361"/>
                    </a:lnTo>
                    <a:lnTo>
                      <a:pt x="9828" y="84361"/>
                    </a:lnTo>
                    <a:cubicBezTo>
                      <a:pt x="4505" y="84361"/>
                      <a:pt x="0" y="80266"/>
                      <a:pt x="0" y="74942"/>
                    </a:cubicBezTo>
                    <a:cubicBezTo>
                      <a:pt x="0" y="69619"/>
                      <a:pt x="4505" y="65114"/>
                      <a:pt x="9828" y="65114"/>
                    </a:cubicBezTo>
                    <a:lnTo>
                      <a:pt x="36857" y="65114"/>
                    </a:lnTo>
                    <a:lnTo>
                      <a:pt x="36857" y="54876"/>
                    </a:lnTo>
                    <a:cubicBezTo>
                      <a:pt x="36857" y="38496"/>
                      <a:pt x="49962" y="25391"/>
                      <a:pt x="66342" y="25391"/>
                    </a:cubicBezTo>
                    <a:lnTo>
                      <a:pt x="123675" y="25391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9913374" y="2763016"/>
            <a:ext cx="1107996" cy="1331968"/>
            <a:chOff x="9913374" y="2913765"/>
            <a:chExt cx="1107996" cy="1331968"/>
          </a:xfrm>
        </p:grpSpPr>
        <p:sp>
          <p:nvSpPr>
            <p:cNvPr id="30" name="文本框 29"/>
            <p:cNvSpPr txBox="1"/>
            <p:nvPr/>
          </p:nvSpPr>
          <p:spPr>
            <a:xfrm>
              <a:off x="9913374" y="3876401"/>
              <a:ext cx="11079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2">
                      <a:lumMod val="75000"/>
                    </a:schemeClr>
                  </a:solidFill>
                </a:rPr>
                <a:t>通过</a:t>
              </a:r>
              <a:endParaRPr lang="zh-CN" altLang="en-US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10083570" y="2913765"/>
              <a:ext cx="802548" cy="802548"/>
            </a:xfrm>
            <a:prstGeom prst="ellipse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0248786" y="3171165"/>
              <a:ext cx="472116" cy="287748"/>
              <a:chOff x="7582302" y="1643882"/>
              <a:chExt cx="699460" cy="426311"/>
            </a:xfrm>
          </p:grpSpPr>
          <p:sp>
            <p:nvSpPr>
              <p:cNvPr id="34" name="任意多边形: 形状 33"/>
              <p:cNvSpPr/>
              <p:nvPr/>
            </p:nvSpPr>
            <p:spPr>
              <a:xfrm>
                <a:off x="7582302" y="1699986"/>
                <a:ext cx="210494" cy="328436"/>
              </a:xfrm>
              <a:custGeom>
                <a:avLst/>
                <a:gdLst>
                  <a:gd name="connsiteX0" fmla="*/ 168723 w 210494"/>
                  <a:gd name="connsiteY0" fmla="*/ 193704 h 328436"/>
                  <a:gd name="connsiteX1" fmla="*/ 210494 w 210494"/>
                  <a:gd name="connsiteY1" fmla="*/ 205171 h 328436"/>
                  <a:gd name="connsiteX2" fmla="*/ 177323 w 210494"/>
                  <a:gd name="connsiteY2" fmla="*/ 269465 h 328436"/>
                  <a:gd name="connsiteX3" fmla="*/ 177323 w 210494"/>
                  <a:gd name="connsiteY3" fmla="*/ 328436 h 328436"/>
                  <a:gd name="connsiteX4" fmla="*/ 134323 w 210494"/>
                  <a:gd name="connsiteY4" fmla="*/ 328436 h 328436"/>
                  <a:gd name="connsiteX5" fmla="*/ 134323 w 210494"/>
                  <a:gd name="connsiteY5" fmla="*/ 235475 h 328436"/>
                  <a:gd name="connsiteX6" fmla="*/ 77399 w 210494"/>
                  <a:gd name="connsiteY6" fmla="*/ 193704 h 328436"/>
                  <a:gd name="connsiteX7" fmla="*/ 113847 w 210494"/>
                  <a:gd name="connsiteY7" fmla="*/ 235885 h 328436"/>
                  <a:gd name="connsiteX8" fmla="*/ 113847 w 210494"/>
                  <a:gd name="connsiteY8" fmla="*/ 328436 h 328436"/>
                  <a:gd name="connsiteX9" fmla="*/ 55695 w 210494"/>
                  <a:gd name="connsiteY9" fmla="*/ 328436 h 328436"/>
                  <a:gd name="connsiteX10" fmla="*/ 55695 w 210494"/>
                  <a:gd name="connsiteY10" fmla="*/ 289532 h 328436"/>
                  <a:gd name="connsiteX11" fmla="*/ 35628 w 210494"/>
                  <a:gd name="connsiteY11" fmla="*/ 289532 h 328436"/>
                  <a:gd name="connsiteX12" fmla="*/ 35628 w 210494"/>
                  <a:gd name="connsiteY12" fmla="*/ 328436 h 328436"/>
                  <a:gd name="connsiteX13" fmla="*/ 0 w 210494"/>
                  <a:gd name="connsiteY13" fmla="*/ 328436 h 328436"/>
                  <a:gd name="connsiteX14" fmla="*/ 0 w 210494"/>
                  <a:gd name="connsiteY14" fmla="*/ 252265 h 328436"/>
                  <a:gd name="connsiteX15" fmla="*/ 77399 w 210494"/>
                  <a:gd name="connsiteY15" fmla="*/ 193704 h 328436"/>
                  <a:gd name="connsiteX16" fmla="*/ 92142 w 210494"/>
                  <a:gd name="connsiteY16" fmla="*/ 169951 h 328436"/>
                  <a:gd name="connsiteX17" fmla="*/ 154389 w 210494"/>
                  <a:gd name="connsiteY17" fmla="*/ 169951 h 328436"/>
                  <a:gd name="connsiteX18" fmla="*/ 154389 w 210494"/>
                  <a:gd name="connsiteY18" fmla="*/ 179370 h 328436"/>
                  <a:gd name="connsiteX19" fmla="*/ 124085 w 210494"/>
                  <a:gd name="connsiteY19" fmla="*/ 216227 h 328436"/>
                  <a:gd name="connsiteX20" fmla="*/ 92142 w 210494"/>
                  <a:gd name="connsiteY20" fmla="*/ 179370 h 328436"/>
                  <a:gd name="connsiteX21" fmla="*/ 81085 w 210494"/>
                  <a:gd name="connsiteY21" fmla="*/ 50781 h 328436"/>
                  <a:gd name="connsiteX22" fmla="*/ 125313 w 210494"/>
                  <a:gd name="connsiteY22" fmla="*/ 71667 h 328436"/>
                  <a:gd name="connsiteX23" fmla="*/ 182646 w 210494"/>
                  <a:gd name="connsiteY23" fmla="*/ 90505 h 328436"/>
                  <a:gd name="connsiteX24" fmla="*/ 176503 w 210494"/>
                  <a:gd name="connsiteY24" fmla="*/ 97466 h 328436"/>
                  <a:gd name="connsiteX25" fmla="*/ 123266 w 210494"/>
                  <a:gd name="connsiteY25" fmla="*/ 160123 h 328436"/>
                  <a:gd name="connsiteX26" fmla="*/ 70028 w 210494"/>
                  <a:gd name="connsiteY26" fmla="*/ 97466 h 328436"/>
                  <a:gd name="connsiteX27" fmla="*/ 62247 w 210494"/>
                  <a:gd name="connsiteY27" fmla="*/ 89276 h 328436"/>
                  <a:gd name="connsiteX28" fmla="*/ 68390 w 210494"/>
                  <a:gd name="connsiteY28" fmla="*/ 78219 h 328436"/>
                  <a:gd name="connsiteX29" fmla="*/ 81085 w 210494"/>
                  <a:gd name="connsiteY29" fmla="*/ 50781 h 328436"/>
                  <a:gd name="connsiteX30" fmla="*/ 118761 w 210494"/>
                  <a:gd name="connsiteY30" fmla="*/ 0 h 328436"/>
                  <a:gd name="connsiteX31" fmla="*/ 156027 w 210494"/>
                  <a:gd name="connsiteY31" fmla="*/ 13924 h 328436"/>
                  <a:gd name="connsiteX32" fmla="*/ 210084 w 210494"/>
                  <a:gd name="connsiteY32" fmla="*/ 47095 h 328436"/>
                  <a:gd name="connsiteX33" fmla="*/ 155208 w 210494"/>
                  <a:gd name="connsiteY33" fmla="*/ 66342 h 328436"/>
                  <a:gd name="connsiteX34" fmla="*/ 81085 w 210494"/>
                  <a:gd name="connsiteY34" fmla="*/ 30305 h 328436"/>
                  <a:gd name="connsiteX35" fmla="*/ 61428 w 210494"/>
                  <a:gd name="connsiteY35" fmla="*/ 38085 h 328436"/>
                  <a:gd name="connsiteX36" fmla="*/ 94190 w 210494"/>
                  <a:gd name="connsiteY36" fmla="*/ 18428 h 328436"/>
                  <a:gd name="connsiteX37" fmla="*/ 118761 w 210494"/>
                  <a:gd name="connsiteY37" fmla="*/ 0 h 328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10494" h="328436">
                    <a:moveTo>
                      <a:pt x="168723" y="193704"/>
                    </a:moveTo>
                    <a:cubicBezTo>
                      <a:pt x="183875" y="194933"/>
                      <a:pt x="198208" y="199028"/>
                      <a:pt x="210494" y="205171"/>
                    </a:cubicBezTo>
                    <a:cubicBezTo>
                      <a:pt x="188789" y="223189"/>
                      <a:pt x="177323" y="245713"/>
                      <a:pt x="177323" y="269465"/>
                    </a:cubicBezTo>
                    <a:lnTo>
                      <a:pt x="177323" y="328436"/>
                    </a:lnTo>
                    <a:lnTo>
                      <a:pt x="134323" y="328436"/>
                    </a:lnTo>
                    <a:lnTo>
                      <a:pt x="134323" y="235475"/>
                    </a:lnTo>
                    <a:close/>
                    <a:moveTo>
                      <a:pt x="77399" y="193704"/>
                    </a:moveTo>
                    <a:lnTo>
                      <a:pt x="113847" y="235885"/>
                    </a:lnTo>
                    <a:lnTo>
                      <a:pt x="113847" y="328436"/>
                    </a:lnTo>
                    <a:lnTo>
                      <a:pt x="55695" y="328436"/>
                    </a:lnTo>
                    <a:lnTo>
                      <a:pt x="55695" y="289532"/>
                    </a:lnTo>
                    <a:cubicBezTo>
                      <a:pt x="55695" y="276427"/>
                      <a:pt x="35628" y="276427"/>
                      <a:pt x="35628" y="289532"/>
                    </a:cubicBezTo>
                    <a:lnTo>
                      <a:pt x="35628" y="328436"/>
                    </a:lnTo>
                    <a:lnTo>
                      <a:pt x="0" y="328436"/>
                    </a:lnTo>
                    <a:lnTo>
                      <a:pt x="0" y="252265"/>
                    </a:lnTo>
                    <a:cubicBezTo>
                      <a:pt x="0" y="223189"/>
                      <a:pt x="33990" y="197799"/>
                      <a:pt x="77399" y="193704"/>
                    </a:cubicBezTo>
                    <a:close/>
                    <a:moveTo>
                      <a:pt x="92142" y="169951"/>
                    </a:moveTo>
                    <a:cubicBezTo>
                      <a:pt x="111799" y="183875"/>
                      <a:pt x="134732" y="183875"/>
                      <a:pt x="154389" y="169951"/>
                    </a:cubicBezTo>
                    <a:lnTo>
                      <a:pt x="154389" y="179370"/>
                    </a:lnTo>
                    <a:lnTo>
                      <a:pt x="124085" y="216227"/>
                    </a:lnTo>
                    <a:lnTo>
                      <a:pt x="92142" y="179370"/>
                    </a:lnTo>
                    <a:close/>
                    <a:moveTo>
                      <a:pt x="81085" y="50781"/>
                    </a:moveTo>
                    <a:cubicBezTo>
                      <a:pt x="92142" y="50781"/>
                      <a:pt x="110570" y="62248"/>
                      <a:pt x="125313" y="71667"/>
                    </a:cubicBezTo>
                    <a:cubicBezTo>
                      <a:pt x="144151" y="83543"/>
                      <a:pt x="160122" y="94600"/>
                      <a:pt x="182646" y="90505"/>
                    </a:cubicBezTo>
                    <a:cubicBezTo>
                      <a:pt x="180189" y="92143"/>
                      <a:pt x="177732" y="92962"/>
                      <a:pt x="176503" y="97466"/>
                    </a:cubicBezTo>
                    <a:cubicBezTo>
                      <a:pt x="167494" y="127771"/>
                      <a:pt x="147018" y="160123"/>
                      <a:pt x="123266" y="160123"/>
                    </a:cubicBezTo>
                    <a:cubicBezTo>
                      <a:pt x="99104" y="160123"/>
                      <a:pt x="78628" y="127771"/>
                      <a:pt x="70028" y="97466"/>
                    </a:cubicBezTo>
                    <a:cubicBezTo>
                      <a:pt x="68390" y="92143"/>
                      <a:pt x="64295" y="91324"/>
                      <a:pt x="62247" y="89276"/>
                    </a:cubicBezTo>
                    <a:cubicBezTo>
                      <a:pt x="63885" y="86000"/>
                      <a:pt x="68390" y="84362"/>
                      <a:pt x="68390" y="78219"/>
                    </a:cubicBezTo>
                    <a:cubicBezTo>
                      <a:pt x="69618" y="50781"/>
                      <a:pt x="78218" y="50781"/>
                      <a:pt x="81085" y="50781"/>
                    </a:cubicBezTo>
                    <a:close/>
                    <a:moveTo>
                      <a:pt x="118761" y="0"/>
                    </a:moveTo>
                    <a:cubicBezTo>
                      <a:pt x="124904" y="0"/>
                      <a:pt x="136780" y="2457"/>
                      <a:pt x="156027" y="13924"/>
                    </a:cubicBezTo>
                    <a:cubicBezTo>
                      <a:pt x="172818" y="24162"/>
                      <a:pt x="180599" y="44228"/>
                      <a:pt x="210084" y="47095"/>
                    </a:cubicBezTo>
                    <a:cubicBezTo>
                      <a:pt x="194932" y="66752"/>
                      <a:pt x="177322" y="77809"/>
                      <a:pt x="155208" y="66342"/>
                    </a:cubicBezTo>
                    <a:cubicBezTo>
                      <a:pt x="133094" y="54466"/>
                      <a:pt x="104837" y="30305"/>
                      <a:pt x="81085" y="30305"/>
                    </a:cubicBezTo>
                    <a:cubicBezTo>
                      <a:pt x="74533" y="30305"/>
                      <a:pt x="67161" y="32352"/>
                      <a:pt x="61428" y="38085"/>
                    </a:cubicBezTo>
                    <a:cubicBezTo>
                      <a:pt x="62657" y="9419"/>
                      <a:pt x="87228" y="19247"/>
                      <a:pt x="94190" y="18428"/>
                    </a:cubicBezTo>
                    <a:cubicBezTo>
                      <a:pt x="106475" y="16381"/>
                      <a:pt x="100742" y="0"/>
                      <a:pt x="118761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7779691" y="1643882"/>
                <a:ext cx="320655" cy="426311"/>
              </a:xfrm>
              <a:custGeom>
                <a:avLst/>
                <a:gdLst>
                  <a:gd name="connsiteX0" fmla="*/ 49142 w 320655"/>
                  <a:gd name="connsiteY0" fmla="*/ 300588 h 426311"/>
                  <a:gd name="connsiteX1" fmla="*/ 49142 w 320655"/>
                  <a:gd name="connsiteY1" fmla="*/ 320654 h 426311"/>
                  <a:gd name="connsiteX2" fmla="*/ 77399 w 320655"/>
                  <a:gd name="connsiteY2" fmla="*/ 320654 h 426311"/>
                  <a:gd name="connsiteX3" fmla="*/ 77399 w 320655"/>
                  <a:gd name="connsiteY3" fmla="*/ 300588 h 426311"/>
                  <a:gd name="connsiteX4" fmla="*/ 217455 w 320655"/>
                  <a:gd name="connsiteY4" fmla="*/ 247350 h 426311"/>
                  <a:gd name="connsiteX5" fmla="*/ 320655 w 320655"/>
                  <a:gd name="connsiteY5" fmla="*/ 325568 h 426311"/>
                  <a:gd name="connsiteX6" fmla="*/ 320655 w 320655"/>
                  <a:gd name="connsiteY6" fmla="*/ 426311 h 426311"/>
                  <a:gd name="connsiteX7" fmla="*/ 269874 w 320655"/>
                  <a:gd name="connsiteY7" fmla="*/ 426311 h 426311"/>
                  <a:gd name="connsiteX8" fmla="*/ 269874 w 320655"/>
                  <a:gd name="connsiteY8" fmla="*/ 373482 h 426311"/>
                  <a:gd name="connsiteX9" fmla="*/ 249398 w 320655"/>
                  <a:gd name="connsiteY9" fmla="*/ 373482 h 426311"/>
                  <a:gd name="connsiteX10" fmla="*/ 249398 w 320655"/>
                  <a:gd name="connsiteY10" fmla="*/ 426311 h 426311"/>
                  <a:gd name="connsiteX11" fmla="*/ 171589 w 320655"/>
                  <a:gd name="connsiteY11" fmla="*/ 426311 h 426311"/>
                  <a:gd name="connsiteX12" fmla="*/ 171589 w 320655"/>
                  <a:gd name="connsiteY12" fmla="*/ 303045 h 426311"/>
                  <a:gd name="connsiteX13" fmla="*/ 103199 w 320655"/>
                  <a:gd name="connsiteY13" fmla="*/ 247350 h 426311"/>
                  <a:gd name="connsiteX14" fmla="*/ 151523 w 320655"/>
                  <a:gd name="connsiteY14" fmla="*/ 303454 h 426311"/>
                  <a:gd name="connsiteX15" fmla="*/ 151523 w 320655"/>
                  <a:gd name="connsiteY15" fmla="*/ 426311 h 426311"/>
                  <a:gd name="connsiteX16" fmla="*/ 71257 w 320655"/>
                  <a:gd name="connsiteY16" fmla="*/ 426311 h 426311"/>
                  <a:gd name="connsiteX17" fmla="*/ 71257 w 320655"/>
                  <a:gd name="connsiteY17" fmla="*/ 373482 h 426311"/>
                  <a:gd name="connsiteX18" fmla="*/ 51190 w 320655"/>
                  <a:gd name="connsiteY18" fmla="*/ 373482 h 426311"/>
                  <a:gd name="connsiteX19" fmla="*/ 51190 w 320655"/>
                  <a:gd name="connsiteY19" fmla="*/ 426311 h 426311"/>
                  <a:gd name="connsiteX20" fmla="*/ 0 w 320655"/>
                  <a:gd name="connsiteY20" fmla="*/ 426311 h 426311"/>
                  <a:gd name="connsiteX21" fmla="*/ 0 w 320655"/>
                  <a:gd name="connsiteY21" fmla="*/ 325568 h 426311"/>
                  <a:gd name="connsiteX22" fmla="*/ 103199 w 320655"/>
                  <a:gd name="connsiteY22" fmla="*/ 247350 h 426311"/>
                  <a:gd name="connsiteX23" fmla="*/ 117532 w 320655"/>
                  <a:gd name="connsiteY23" fmla="*/ 214179 h 426311"/>
                  <a:gd name="connsiteX24" fmla="*/ 203122 w 320655"/>
                  <a:gd name="connsiteY24" fmla="*/ 214179 h 426311"/>
                  <a:gd name="connsiteX25" fmla="*/ 203122 w 320655"/>
                  <a:gd name="connsiteY25" fmla="*/ 233426 h 426311"/>
                  <a:gd name="connsiteX26" fmla="*/ 161351 w 320655"/>
                  <a:gd name="connsiteY26" fmla="*/ 283798 h 426311"/>
                  <a:gd name="connsiteX27" fmla="*/ 117532 w 320655"/>
                  <a:gd name="connsiteY27" fmla="*/ 233017 h 426311"/>
                  <a:gd name="connsiteX28" fmla="*/ 106475 w 320655"/>
                  <a:gd name="connsiteY28" fmla="*/ 64704 h 426311"/>
                  <a:gd name="connsiteX29" fmla="*/ 164627 w 320655"/>
                  <a:gd name="connsiteY29" fmla="*/ 92142 h 426311"/>
                  <a:gd name="connsiteX30" fmla="*/ 239979 w 320655"/>
                  <a:gd name="connsiteY30" fmla="*/ 114666 h 426311"/>
                  <a:gd name="connsiteX31" fmla="*/ 231379 w 320655"/>
                  <a:gd name="connsiteY31" fmla="*/ 127770 h 426311"/>
                  <a:gd name="connsiteX32" fmla="*/ 205579 w 320655"/>
                  <a:gd name="connsiteY32" fmla="*/ 181827 h 426311"/>
                  <a:gd name="connsiteX33" fmla="*/ 204350 w 320655"/>
                  <a:gd name="connsiteY33" fmla="*/ 183465 h 426311"/>
                  <a:gd name="connsiteX34" fmla="*/ 160532 w 320655"/>
                  <a:gd name="connsiteY34" fmla="*/ 210493 h 426311"/>
                  <a:gd name="connsiteX35" fmla="*/ 116303 w 320655"/>
                  <a:gd name="connsiteY35" fmla="*/ 183465 h 426311"/>
                  <a:gd name="connsiteX36" fmla="*/ 115075 w 320655"/>
                  <a:gd name="connsiteY36" fmla="*/ 181827 h 426311"/>
                  <a:gd name="connsiteX37" fmla="*/ 89275 w 320655"/>
                  <a:gd name="connsiteY37" fmla="*/ 127770 h 426311"/>
                  <a:gd name="connsiteX38" fmla="*/ 84770 w 320655"/>
                  <a:gd name="connsiteY38" fmla="*/ 122037 h 426311"/>
                  <a:gd name="connsiteX39" fmla="*/ 87637 w 320655"/>
                  <a:gd name="connsiteY39" fmla="*/ 102789 h 426311"/>
                  <a:gd name="connsiteX40" fmla="*/ 106475 w 320655"/>
                  <a:gd name="connsiteY40" fmla="*/ 64704 h 426311"/>
                  <a:gd name="connsiteX41" fmla="*/ 154799 w 320655"/>
                  <a:gd name="connsiteY41" fmla="*/ 0 h 426311"/>
                  <a:gd name="connsiteX42" fmla="*/ 203941 w 320655"/>
                  <a:gd name="connsiteY42" fmla="*/ 18019 h 426311"/>
                  <a:gd name="connsiteX43" fmla="*/ 276836 w 320655"/>
                  <a:gd name="connsiteY43" fmla="*/ 60609 h 426311"/>
                  <a:gd name="connsiteX44" fmla="*/ 200255 w 320655"/>
                  <a:gd name="connsiteY44" fmla="*/ 90095 h 426311"/>
                  <a:gd name="connsiteX45" fmla="*/ 106475 w 320655"/>
                  <a:gd name="connsiteY45" fmla="*/ 44228 h 426311"/>
                  <a:gd name="connsiteX46" fmla="*/ 78628 w 320655"/>
                  <a:gd name="connsiteY46" fmla="*/ 58561 h 426311"/>
                  <a:gd name="connsiteX47" fmla="*/ 119580 w 320655"/>
                  <a:gd name="connsiteY47" fmla="*/ 23343 h 426311"/>
                  <a:gd name="connsiteX48" fmla="*/ 154799 w 320655"/>
                  <a:gd name="connsiteY48" fmla="*/ 0 h 426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20655" h="426311">
                    <a:moveTo>
                      <a:pt x="49142" y="300588"/>
                    </a:moveTo>
                    <a:cubicBezTo>
                      <a:pt x="36038" y="300588"/>
                      <a:pt x="36038" y="320654"/>
                      <a:pt x="49142" y="320654"/>
                    </a:cubicBezTo>
                    <a:lnTo>
                      <a:pt x="77399" y="320654"/>
                    </a:lnTo>
                    <a:cubicBezTo>
                      <a:pt x="90914" y="320654"/>
                      <a:pt x="90914" y="300588"/>
                      <a:pt x="77399" y="300588"/>
                    </a:cubicBezTo>
                    <a:close/>
                    <a:moveTo>
                      <a:pt x="217455" y="247350"/>
                    </a:moveTo>
                    <a:cubicBezTo>
                      <a:pt x="275607" y="252674"/>
                      <a:pt x="320655" y="286664"/>
                      <a:pt x="320655" y="325568"/>
                    </a:cubicBezTo>
                    <a:lnTo>
                      <a:pt x="320655" y="426311"/>
                    </a:lnTo>
                    <a:lnTo>
                      <a:pt x="269874" y="426311"/>
                    </a:lnTo>
                    <a:lnTo>
                      <a:pt x="269874" y="373482"/>
                    </a:lnTo>
                    <a:cubicBezTo>
                      <a:pt x="269874" y="359968"/>
                      <a:pt x="249398" y="359968"/>
                      <a:pt x="249398" y="373482"/>
                    </a:cubicBezTo>
                    <a:lnTo>
                      <a:pt x="249398" y="426311"/>
                    </a:lnTo>
                    <a:lnTo>
                      <a:pt x="171589" y="426311"/>
                    </a:lnTo>
                    <a:lnTo>
                      <a:pt x="171589" y="303045"/>
                    </a:lnTo>
                    <a:close/>
                    <a:moveTo>
                      <a:pt x="103199" y="247350"/>
                    </a:moveTo>
                    <a:lnTo>
                      <a:pt x="151523" y="303454"/>
                    </a:lnTo>
                    <a:lnTo>
                      <a:pt x="151523" y="426311"/>
                    </a:lnTo>
                    <a:lnTo>
                      <a:pt x="71257" y="426311"/>
                    </a:lnTo>
                    <a:lnTo>
                      <a:pt x="71257" y="373482"/>
                    </a:lnTo>
                    <a:cubicBezTo>
                      <a:pt x="71257" y="359968"/>
                      <a:pt x="51190" y="359968"/>
                      <a:pt x="51190" y="373482"/>
                    </a:cubicBezTo>
                    <a:lnTo>
                      <a:pt x="51190" y="426311"/>
                    </a:lnTo>
                    <a:lnTo>
                      <a:pt x="0" y="426311"/>
                    </a:lnTo>
                    <a:lnTo>
                      <a:pt x="0" y="325568"/>
                    </a:lnTo>
                    <a:cubicBezTo>
                      <a:pt x="0" y="286664"/>
                      <a:pt x="45047" y="252674"/>
                      <a:pt x="103199" y="247350"/>
                    </a:cubicBezTo>
                    <a:close/>
                    <a:moveTo>
                      <a:pt x="117532" y="214179"/>
                    </a:moveTo>
                    <a:cubicBezTo>
                      <a:pt x="144560" y="236293"/>
                      <a:pt x="176093" y="236293"/>
                      <a:pt x="203122" y="214179"/>
                    </a:cubicBezTo>
                    <a:lnTo>
                      <a:pt x="203122" y="233426"/>
                    </a:lnTo>
                    <a:lnTo>
                      <a:pt x="161351" y="283798"/>
                    </a:lnTo>
                    <a:lnTo>
                      <a:pt x="117532" y="233017"/>
                    </a:lnTo>
                    <a:close/>
                    <a:moveTo>
                      <a:pt x="106475" y="64704"/>
                    </a:moveTo>
                    <a:cubicBezTo>
                      <a:pt x="121627" y="64704"/>
                      <a:pt x="144151" y="79037"/>
                      <a:pt x="164627" y="92142"/>
                    </a:cubicBezTo>
                    <a:cubicBezTo>
                      <a:pt x="189198" y="107704"/>
                      <a:pt x="210493" y="122446"/>
                      <a:pt x="239979" y="114666"/>
                    </a:cubicBezTo>
                    <a:cubicBezTo>
                      <a:pt x="244074" y="121218"/>
                      <a:pt x="233836" y="119989"/>
                      <a:pt x="231379" y="127770"/>
                    </a:cubicBezTo>
                    <a:cubicBezTo>
                      <a:pt x="226874" y="143742"/>
                      <a:pt x="218274" y="164627"/>
                      <a:pt x="205579" y="181827"/>
                    </a:cubicBezTo>
                    <a:cubicBezTo>
                      <a:pt x="205169" y="182236"/>
                      <a:pt x="204760" y="183056"/>
                      <a:pt x="204350" y="183465"/>
                    </a:cubicBezTo>
                    <a:cubicBezTo>
                      <a:pt x="192884" y="199027"/>
                      <a:pt x="177732" y="210493"/>
                      <a:pt x="160532" y="210493"/>
                    </a:cubicBezTo>
                    <a:cubicBezTo>
                      <a:pt x="142922" y="210493"/>
                      <a:pt x="128180" y="199027"/>
                      <a:pt x="116303" y="183465"/>
                    </a:cubicBezTo>
                    <a:cubicBezTo>
                      <a:pt x="115894" y="183056"/>
                      <a:pt x="115484" y="182236"/>
                      <a:pt x="115075" y="181827"/>
                    </a:cubicBezTo>
                    <a:cubicBezTo>
                      <a:pt x="102789" y="164627"/>
                      <a:pt x="93780" y="143742"/>
                      <a:pt x="89275" y="127770"/>
                    </a:cubicBezTo>
                    <a:cubicBezTo>
                      <a:pt x="88866" y="125313"/>
                      <a:pt x="87227" y="123265"/>
                      <a:pt x="84770" y="122037"/>
                    </a:cubicBezTo>
                    <a:cubicBezTo>
                      <a:pt x="72075" y="114666"/>
                      <a:pt x="87227" y="112618"/>
                      <a:pt x="87637" y="102789"/>
                    </a:cubicBezTo>
                    <a:cubicBezTo>
                      <a:pt x="88866" y="64704"/>
                      <a:pt x="101561" y="64704"/>
                      <a:pt x="106475" y="64704"/>
                    </a:cubicBezTo>
                    <a:close/>
                    <a:moveTo>
                      <a:pt x="154799" y="0"/>
                    </a:moveTo>
                    <a:cubicBezTo>
                      <a:pt x="167084" y="0"/>
                      <a:pt x="183875" y="6143"/>
                      <a:pt x="203941" y="18019"/>
                    </a:cubicBezTo>
                    <a:cubicBezTo>
                      <a:pt x="226874" y="31943"/>
                      <a:pt x="236293" y="58561"/>
                      <a:pt x="276836" y="60609"/>
                    </a:cubicBezTo>
                    <a:cubicBezTo>
                      <a:pt x="256769" y="88456"/>
                      <a:pt x="231789" y="106475"/>
                      <a:pt x="200255" y="90095"/>
                    </a:cubicBezTo>
                    <a:cubicBezTo>
                      <a:pt x="171998" y="75352"/>
                      <a:pt x="135961" y="44228"/>
                      <a:pt x="106475" y="44228"/>
                    </a:cubicBezTo>
                    <a:cubicBezTo>
                      <a:pt x="94599" y="44228"/>
                      <a:pt x="85180" y="49142"/>
                      <a:pt x="78628" y="58561"/>
                    </a:cubicBezTo>
                    <a:cubicBezTo>
                      <a:pt x="76990" y="28257"/>
                      <a:pt x="90504" y="18428"/>
                      <a:pt x="119580" y="23343"/>
                    </a:cubicBezTo>
                    <a:cubicBezTo>
                      <a:pt x="135551" y="25800"/>
                      <a:pt x="128999" y="0"/>
                      <a:pt x="15479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8081916" y="1699986"/>
                <a:ext cx="199846" cy="328436"/>
              </a:xfrm>
              <a:custGeom>
                <a:avLst/>
                <a:gdLst>
                  <a:gd name="connsiteX0" fmla="*/ 122856 w 199846"/>
                  <a:gd name="connsiteY0" fmla="*/ 193704 h 328436"/>
                  <a:gd name="connsiteX1" fmla="*/ 199846 w 199846"/>
                  <a:gd name="connsiteY1" fmla="*/ 252265 h 328436"/>
                  <a:gd name="connsiteX2" fmla="*/ 199846 w 199846"/>
                  <a:gd name="connsiteY2" fmla="*/ 328436 h 328436"/>
                  <a:gd name="connsiteX3" fmla="*/ 164627 w 199846"/>
                  <a:gd name="connsiteY3" fmla="*/ 328436 h 328436"/>
                  <a:gd name="connsiteX4" fmla="*/ 164627 w 199846"/>
                  <a:gd name="connsiteY4" fmla="*/ 289532 h 328436"/>
                  <a:gd name="connsiteX5" fmla="*/ 144151 w 199846"/>
                  <a:gd name="connsiteY5" fmla="*/ 289532 h 328436"/>
                  <a:gd name="connsiteX6" fmla="*/ 144151 w 199846"/>
                  <a:gd name="connsiteY6" fmla="*/ 328436 h 328436"/>
                  <a:gd name="connsiteX7" fmla="*/ 88047 w 199846"/>
                  <a:gd name="connsiteY7" fmla="*/ 328436 h 328436"/>
                  <a:gd name="connsiteX8" fmla="*/ 88047 w 199846"/>
                  <a:gd name="connsiteY8" fmla="*/ 235475 h 328436"/>
                  <a:gd name="connsiteX9" fmla="*/ 31533 w 199846"/>
                  <a:gd name="connsiteY9" fmla="*/ 193704 h 328436"/>
                  <a:gd name="connsiteX10" fmla="*/ 67980 w 199846"/>
                  <a:gd name="connsiteY10" fmla="*/ 235885 h 328436"/>
                  <a:gd name="connsiteX11" fmla="*/ 67980 w 199846"/>
                  <a:gd name="connsiteY11" fmla="*/ 328436 h 328436"/>
                  <a:gd name="connsiteX12" fmla="*/ 38495 w 199846"/>
                  <a:gd name="connsiteY12" fmla="*/ 328436 h 328436"/>
                  <a:gd name="connsiteX13" fmla="*/ 38495 w 199846"/>
                  <a:gd name="connsiteY13" fmla="*/ 269465 h 328436"/>
                  <a:gd name="connsiteX14" fmla="*/ 0 w 199846"/>
                  <a:gd name="connsiteY14" fmla="*/ 200666 h 328436"/>
                  <a:gd name="connsiteX15" fmla="*/ 31533 w 199846"/>
                  <a:gd name="connsiteY15" fmla="*/ 193704 h 328436"/>
                  <a:gd name="connsiteX16" fmla="*/ 45867 w 199846"/>
                  <a:gd name="connsiteY16" fmla="*/ 169951 h 328436"/>
                  <a:gd name="connsiteX17" fmla="*/ 108114 w 199846"/>
                  <a:gd name="connsiteY17" fmla="*/ 169951 h 328436"/>
                  <a:gd name="connsiteX18" fmla="*/ 108114 w 199846"/>
                  <a:gd name="connsiteY18" fmla="*/ 179370 h 328436"/>
                  <a:gd name="connsiteX19" fmla="*/ 77810 w 199846"/>
                  <a:gd name="connsiteY19" fmla="*/ 216227 h 328436"/>
                  <a:gd name="connsiteX20" fmla="*/ 45867 w 199846"/>
                  <a:gd name="connsiteY20" fmla="*/ 179370 h 328436"/>
                  <a:gd name="connsiteX21" fmla="*/ 34809 w 199846"/>
                  <a:gd name="connsiteY21" fmla="*/ 50781 h 328436"/>
                  <a:gd name="connsiteX22" fmla="*/ 79038 w 199846"/>
                  <a:gd name="connsiteY22" fmla="*/ 71667 h 328436"/>
                  <a:gd name="connsiteX23" fmla="*/ 136371 w 199846"/>
                  <a:gd name="connsiteY23" fmla="*/ 90505 h 328436"/>
                  <a:gd name="connsiteX24" fmla="*/ 130228 w 199846"/>
                  <a:gd name="connsiteY24" fmla="*/ 97466 h 328436"/>
                  <a:gd name="connsiteX25" fmla="*/ 76990 w 199846"/>
                  <a:gd name="connsiteY25" fmla="*/ 160123 h 328436"/>
                  <a:gd name="connsiteX26" fmla="*/ 23752 w 199846"/>
                  <a:gd name="connsiteY26" fmla="*/ 97466 h 328436"/>
                  <a:gd name="connsiteX27" fmla="*/ 16381 w 199846"/>
                  <a:gd name="connsiteY27" fmla="*/ 89276 h 328436"/>
                  <a:gd name="connsiteX28" fmla="*/ 21705 w 199846"/>
                  <a:gd name="connsiteY28" fmla="*/ 81495 h 328436"/>
                  <a:gd name="connsiteX29" fmla="*/ 34809 w 199846"/>
                  <a:gd name="connsiteY29" fmla="*/ 50781 h 328436"/>
                  <a:gd name="connsiteX30" fmla="*/ 72486 w 199846"/>
                  <a:gd name="connsiteY30" fmla="*/ 0 h 328436"/>
                  <a:gd name="connsiteX31" fmla="*/ 109752 w 199846"/>
                  <a:gd name="connsiteY31" fmla="*/ 13924 h 328436"/>
                  <a:gd name="connsiteX32" fmla="*/ 163809 w 199846"/>
                  <a:gd name="connsiteY32" fmla="*/ 47095 h 328436"/>
                  <a:gd name="connsiteX33" fmla="*/ 108933 w 199846"/>
                  <a:gd name="connsiteY33" fmla="*/ 66342 h 328436"/>
                  <a:gd name="connsiteX34" fmla="*/ 34810 w 199846"/>
                  <a:gd name="connsiteY34" fmla="*/ 30305 h 328436"/>
                  <a:gd name="connsiteX35" fmla="*/ 15153 w 199846"/>
                  <a:gd name="connsiteY35" fmla="*/ 38085 h 328436"/>
                  <a:gd name="connsiteX36" fmla="*/ 47915 w 199846"/>
                  <a:gd name="connsiteY36" fmla="*/ 18428 h 328436"/>
                  <a:gd name="connsiteX37" fmla="*/ 72486 w 199846"/>
                  <a:gd name="connsiteY37" fmla="*/ 0 h 328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99846" h="328436">
                    <a:moveTo>
                      <a:pt x="122856" y="193704"/>
                    </a:moveTo>
                    <a:cubicBezTo>
                      <a:pt x="166265" y="198209"/>
                      <a:pt x="199846" y="223189"/>
                      <a:pt x="199846" y="252265"/>
                    </a:cubicBezTo>
                    <a:lnTo>
                      <a:pt x="199846" y="328436"/>
                    </a:lnTo>
                    <a:lnTo>
                      <a:pt x="164627" y="328436"/>
                    </a:lnTo>
                    <a:lnTo>
                      <a:pt x="164627" y="289532"/>
                    </a:lnTo>
                    <a:cubicBezTo>
                      <a:pt x="164627" y="276427"/>
                      <a:pt x="144151" y="276427"/>
                      <a:pt x="144151" y="289532"/>
                    </a:cubicBezTo>
                    <a:lnTo>
                      <a:pt x="144151" y="328436"/>
                    </a:lnTo>
                    <a:lnTo>
                      <a:pt x="88047" y="328436"/>
                    </a:lnTo>
                    <a:lnTo>
                      <a:pt x="88047" y="235475"/>
                    </a:lnTo>
                    <a:close/>
                    <a:moveTo>
                      <a:pt x="31533" y="193704"/>
                    </a:moveTo>
                    <a:lnTo>
                      <a:pt x="67980" y="235885"/>
                    </a:lnTo>
                    <a:lnTo>
                      <a:pt x="67980" y="328436"/>
                    </a:lnTo>
                    <a:lnTo>
                      <a:pt x="38495" y="328436"/>
                    </a:lnTo>
                    <a:lnTo>
                      <a:pt x="38495" y="269465"/>
                    </a:lnTo>
                    <a:cubicBezTo>
                      <a:pt x="38495" y="243666"/>
                      <a:pt x="24981" y="219504"/>
                      <a:pt x="0" y="200666"/>
                    </a:cubicBezTo>
                    <a:cubicBezTo>
                      <a:pt x="9419" y="196980"/>
                      <a:pt x="20067" y="194523"/>
                      <a:pt x="31533" y="193704"/>
                    </a:cubicBezTo>
                    <a:close/>
                    <a:moveTo>
                      <a:pt x="45867" y="169951"/>
                    </a:moveTo>
                    <a:cubicBezTo>
                      <a:pt x="65524" y="183875"/>
                      <a:pt x="88457" y="183875"/>
                      <a:pt x="108114" y="169951"/>
                    </a:cubicBezTo>
                    <a:lnTo>
                      <a:pt x="108114" y="179370"/>
                    </a:lnTo>
                    <a:lnTo>
                      <a:pt x="77810" y="216227"/>
                    </a:lnTo>
                    <a:lnTo>
                      <a:pt x="45867" y="179370"/>
                    </a:lnTo>
                    <a:close/>
                    <a:moveTo>
                      <a:pt x="34809" y="50781"/>
                    </a:moveTo>
                    <a:cubicBezTo>
                      <a:pt x="45866" y="50781"/>
                      <a:pt x="64295" y="62248"/>
                      <a:pt x="79038" y="71667"/>
                    </a:cubicBezTo>
                    <a:cubicBezTo>
                      <a:pt x="97876" y="83543"/>
                      <a:pt x="113847" y="94600"/>
                      <a:pt x="136371" y="90505"/>
                    </a:cubicBezTo>
                    <a:cubicBezTo>
                      <a:pt x="133913" y="92143"/>
                      <a:pt x="131456" y="92962"/>
                      <a:pt x="130228" y="97466"/>
                    </a:cubicBezTo>
                    <a:cubicBezTo>
                      <a:pt x="121628" y="127771"/>
                      <a:pt x="101152" y="160123"/>
                      <a:pt x="76990" y="160123"/>
                    </a:cubicBezTo>
                    <a:cubicBezTo>
                      <a:pt x="52828" y="160123"/>
                      <a:pt x="32352" y="127771"/>
                      <a:pt x="23752" y="97466"/>
                    </a:cubicBezTo>
                    <a:cubicBezTo>
                      <a:pt x="22114" y="92143"/>
                      <a:pt x="18019" y="91324"/>
                      <a:pt x="16381" y="89276"/>
                    </a:cubicBezTo>
                    <a:cubicBezTo>
                      <a:pt x="17200" y="86409"/>
                      <a:pt x="20476" y="85590"/>
                      <a:pt x="21705" y="81495"/>
                    </a:cubicBezTo>
                    <a:cubicBezTo>
                      <a:pt x="23752" y="75762"/>
                      <a:pt x="21295" y="50781"/>
                      <a:pt x="34809" y="50781"/>
                    </a:cubicBezTo>
                    <a:close/>
                    <a:moveTo>
                      <a:pt x="72486" y="0"/>
                    </a:moveTo>
                    <a:cubicBezTo>
                      <a:pt x="79038" y="0"/>
                      <a:pt x="90505" y="2457"/>
                      <a:pt x="109752" y="13924"/>
                    </a:cubicBezTo>
                    <a:cubicBezTo>
                      <a:pt x="126952" y="24162"/>
                      <a:pt x="134733" y="44228"/>
                      <a:pt x="163809" y="47095"/>
                    </a:cubicBezTo>
                    <a:cubicBezTo>
                      <a:pt x="148657" y="66752"/>
                      <a:pt x="131047" y="77809"/>
                      <a:pt x="108933" y="66342"/>
                    </a:cubicBezTo>
                    <a:cubicBezTo>
                      <a:pt x="86819" y="54466"/>
                      <a:pt x="58972" y="30305"/>
                      <a:pt x="34810" y="30305"/>
                    </a:cubicBezTo>
                    <a:cubicBezTo>
                      <a:pt x="28258" y="30305"/>
                      <a:pt x="21296" y="32352"/>
                      <a:pt x="15153" y="38085"/>
                    </a:cubicBezTo>
                    <a:cubicBezTo>
                      <a:pt x="16791" y="9419"/>
                      <a:pt x="40953" y="19247"/>
                      <a:pt x="47915" y="18428"/>
                    </a:cubicBezTo>
                    <a:cubicBezTo>
                      <a:pt x="60200" y="16381"/>
                      <a:pt x="54467" y="0"/>
                      <a:pt x="72486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3685872" y="2852785"/>
            <a:ext cx="1794075" cy="1296070"/>
            <a:chOff x="4644286" y="2972414"/>
            <a:chExt cx="1794075" cy="1296070"/>
          </a:xfrm>
        </p:grpSpPr>
        <p:sp>
          <p:nvSpPr>
            <p:cNvPr id="38" name="文本框 37"/>
            <p:cNvSpPr txBox="1"/>
            <p:nvPr/>
          </p:nvSpPr>
          <p:spPr>
            <a:xfrm>
              <a:off x="4644286" y="3900184"/>
              <a:ext cx="1794075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2">
                      <a:lumMod val="75000"/>
                    </a:schemeClr>
                  </a:solidFill>
                </a:rPr>
                <a:t>提示词生成 </a:t>
              </a:r>
              <a:endParaRPr lang="zh-CN" altLang="en-US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5183098" y="2972414"/>
              <a:ext cx="802548" cy="802548"/>
            </a:xfrm>
            <a:prstGeom prst="ellipse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5361695" y="3138913"/>
              <a:ext cx="445354" cy="469550"/>
              <a:chOff x="5410874" y="3189205"/>
              <a:chExt cx="662253" cy="698233"/>
            </a:xfrm>
          </p:grpSpPr>
          <p:sp>
            <p:nvSpPr>
              <p:cNvPr id="41" name="任意多边形: 形状 40"/>
              <p:cNvSpPr/>
              <p:nvPr/>
            </p:nvSpPr>
            <p:spPr>
              <a:xfrm>
                <a:off x="5498934" y="3287900"/>
                <a:ext cx="487499" cy="500434"/>
              </a:xfrm>
              <a:custGeom>
                <a:avLst/>
                <a:gdLst>
                  <a:gd name="connsiteX0" fmla="*/ 295281 w 487499"/>
                  <a:gd name="connsiteY0" fmla="*/ 500434 h 500434"/>
                  <a:gd name="connsiteX1" fmla="*/ 192082 w 487499"/>
                  <a:gd name="connsiteY1" fmla="*/ 500434 h 500434"/>
                  <a:gd name="connsiteX2" fmla="*/ 182663 w 487499"/>
                  <a:gd name="connsiteY2" fmla="*/ 491015 h 500434"/>
                  <a:gd name="connsiteX3" fmla="*/ 182663 w 487499"/>
                  <a:gd name="connsiteY3" fmla="*/ 413206 h 500434"/>
                  <a:gd name="connsiteX4" fmla="*/ 133111 w 487499"/>
                  <a:gd name="connsiteY4" fmla="*/ 384540 h 500434"/>
                  <a:gd name="connsiteX5" fmla="*/ 65949 w 487499"/>
                  <a:gd name="connsiteY5" fmla="*/ 423445 h 500434"/>
                  <a:gd name="connsiteX6" fmla="*/ 52845 w 487499"/>
                  <a:gd name="connsiteY6" fmla="*/ 420168 h 500434"/>
                  <a:gd name="connsiteX7" fmla="*/ 1245 w 487499"/>
                  <a:gd name="connsiteY7" fmla="*/ 330893 h 500434"/>
                  <a:gd name="connsiteX8" fmla="*/ 4931 w 487499"/>
                  <a:gd name="connsiteY8" fmla="*/ 317788 h 500434"/>
                  <a:gd name="connsiteX9" fmla="*/ 72092 w 487499"/>
                  <a:gd name="connsiteY9" fmla="*/ 278884 h 500434"/>
                  <a:gd name="connsiteX10" fmla="*/ 70045 w 487499"/>
                  <a:gd name="connsiteY10" fmla="*/ 250217 h 500434"/>
                  <a:gd name="connsiteX11" fmla="*/ 72092 w 487499"/>
                  <a:gd name="connsiteY11" fmla="*/ 221960 h 500434"/>
                  <a:gd name="connsiteX12" fmla="*/ 4931 w 487499"/>
                  <a:gd name="connsiteY12" fmla="*/ 183056 h 500434"/>
                  <a:gd name="connsiteX13" fmla="*/ 426 w 487499"/>
                  <a:gd name="connsiteY13" fmla="*/ 177323 h 500434"/>
                  <a:gd name="connsiteX14" fmla="*/ 1245 w 487499"/>
                  <a:gd name="connsiteY14" fmla="*/ 169951 h 500434"/>
                  <a:gd name="connsiteX15" fmla="*/ 52845 w 487499"/>
                  <a:gd name="connsiteY15" fmla="*/ 80676 h 500434"/>
                  <a:gd name="connsiteX16" fmla="*/ 65949 w 487499"/>
                  <a:gd name="connsiteY16" fmla="*/ 76990 h 500434"/>
                  <a:gd name="connsiteX17" fmla="*/ 133111 w 487499"/>
                  <a:gd name="connsiteY17" fmla="*/ 115894 h 500434"/>
                  <a:gd name="connsiteX18" fmla="*/ 182663 w 487499"/>
                  <a:gd name="connsiteY18" fmla="*/ 87637 h 500434"/>
                  <a:gd name="connsiteX19" fmla="*/ 182663 w 487499"/>
                  <a:gd name="connsiteY19" fmla="*/ 9828 h 500434"/>
                  <a:gd name="connsiteX20" fmla="*/ 192082 w 487499"/>
                  <a:gd name="connsiteY20" fmla="*/ 0 h 500434"/>
                  <a:gd name="connsiteX21" fmla="*/ 295281 w 487499"/>
                  <a:gd name="connsiteY21" fmla="*/ 0 h 500434"/>
                  <a:gd name="connsiteX22" fmla="*/ 304700 w 487499"/>
                  <a:gd name="connsiteY22" fmla="*/ 9828 h 500434"/>
                  <a:gd name="connsiteX23" fmla="*/ 304700 w 487499"/>
                  <a:gd name="connsiteY23" fmla="*/ 87637 h 500434"/>
                  <a:gd name="connsiteX24" fmla="*/ 354252 w 487499"/>
                  <a:gd name="connsiteY24" fmla="*/ 115894 h 500434"/>
                  <a:gd name="connsiteX25" fmla="*/ 421414 w 487499"/>
                  <a:gd name="connsiteY25" fmla="*/ 76990 h 500434"/>
                  <a:gd name="connsiteX26" fmla="*/ 434518 w 487499"/>
                  <a:gd name="connsiteY26" fmla="*/ 80676 h 500434"/>
                  <a:gd name="connsiteX27" fmla="*/ 486118 w 487499"/>
                  <a:gd name="connsiteY27" fmla="*/ 169951 h 500434"/>
                  <a:gd name="connsiteX28" fmla="*/ 487346 w 487499"/>
                  <a:gd name="connsiteY28" fmla="*/ 177323 h 500434"/>
                  <a:gd name="connsiteX29" fmla="*/ 482842 w 487499"/>
                  <a:gd name="connsiteY29" fmla="*/ 183056 h 500434"/>
                  <a:gd name="connsiteX30" fmla="*/ 415271 w 487499"/>
                  <a:gd name="connsiteY30" fmla="*/ 221960 h 500434"/>
                  <a:gd name="connsiteX31" fmla="*/ 417728 w 487499"/>
                  <a:gd name="connsiteY31" fmla="*/ 250217 h 500434"/>
                  <a:gd name="connsiteX32" fmla="*/ 415271 w 487499"/>
                  <a:gd name="connsiteY32" fmla="*/ 278884 h 500434"/>
                  <a:gd name="connsiteX33" fmla="*/ 482842 w 487499"/>
                  <a:gd name="connsiteY33" fmla="*/ 317788 h 500434"/>
                  <a:gd name="connsiteX34" fmla="*/ 487346 w 487499"/>
                  <a:gd name="connsiteY34" fmla="*/ 323521 h 500434"/>
                  <a:gd name="connsiteX35" fmla="*/ 486118 w 487499"/>
                  <a:gd name="connsiteY35" fmla="*/ 330893 h 500434"/>
                  <a:gd name="connsiteX36" fmla="*/ 434518 w 487499"/>
                  <a:gd name="connsiteY36" fmla="*/ 420168 h 500434"/>
                  <a:gd name="connsiteX37" fmla="*/ 428785 w 487499"/>
                  <a:gd name="connsiteY37" fmla="*/ 424673 h 500434"/>
                  <a:gd name="connsiteX38" fmla="*/ 421414 w 487499"/>
                  <a:gd name="connsiteY38" fmla="*/ 423445 h 500434"/>
                  <a:gd name="connsiteX39" fmla="*/ 354252 w 487499"/>
                  <a:gd name="connsiteY39" fmla="*/ 384540 h 500434"/>
                  <a:gd name="connsiteX40" fmla="*/ 304700 w 487499"/>
                  <a:gd name="connsiteY40" fmla="*/ 413206 h 500434"/>
                  <a:gd name="connsiteX41" fmla="*/ 304700 w 487499"/>
                  <a:gd name="connsiteY41" fmla="*/ 491015 h 500434"/>
                  <a:gd name="connsiteX42" fmla="*/ 295281 w 487499"/>
                  <a:gd name="connsiteY42" fmla="*/ 500434 h 500434"/>
                  <a:gd name="connsiteX43" fmla="*/ 243681 w 487499"/>
                  <a:gd name="connsiteY43" fmla="*/ 357512 h 500434"/>
                  <a:gd name="connsiteX44" fmla="*/ 136797 w 487499"/>
                  <a:gd name="connsiteY44" fmla="*/ 250217 h 500434"/>
                  <a:gd name="connsiteX45" fmla="*/ 243681 w 487499"/>
                  <a:gd name="connsiteY45" fmla="*/ 143332 h 500434"/>
                  <a:gd name="connsiteX46" fmla="*/ 350566 w 487499"/>
                  <a:gd name="connsiteY46" fmla="*/ 250217 h 500434"/>
                  <a:gd name="connsiteX47" fmla="*/ 243681 w 487499"/>
                  <a:gd name="connsiteY47" fmla="*/ 357512 h 500434"/>
                  <a:gd name="connsiteX48" fmla="*/ 243681 w 487499"/>
                  <a:gd name="connsiteY48" fmla="*/ 162580 h 500434"/>
                  <a:gd name="connsiteX49" fmla="*/ 156044 w 487499"/>
                  <a:gd name="connsiteY49" fmla="*/ 250217 h 500434"/>
                  <a:gd name="connsiteX50" fmla="*/ 243681 w 487499"/>
                  <a:gd name="connsiteY50" fmla="*/ 338264 h 500434"/>
                  <a:gd name="connsiteX51" fmla="*/ 331728 w 487499"/>
                  <a:gd name="connsiteY51" fmla="*/ 250217 h 500434"/>
                  <a:gd name="connsiteX52" fmla="*/ 243681 w 487499"/>
                  <a:gd name="connsiteY52" fmla="*/ 162580 h 500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487499" h="500434">
                    <a:moveTo>
                      <a:pt x="295281" y="500434"/>
                    </a:moveTo>
                    <a:lnTo>
                      <a:pt x="192082" y="500434"/>
                    </a:lnTo>
                    <a:cubicBezTo>
                      <a:pt x="187168" y="500434"/>
                      <a:pt x="182663" y="496339"/>
                      <a:pt x="182663" y="491015"/>
                    </a:cubicBezTo>
                    <a:lnTo>
                      <a:pt x="182663" y="413206"/>
                    </a:lnTo>
                    <a:cubicBezTo>
                      <a:pt x="164644" y="406654"/>
                      <a:pt x="148263" y="396826"/>
                      <a:pt x="133111" y="384540"/>
                    </a:cubicBezTo>
                    <a:lnTo>
                      <a:pt x="65949" y="423445"/>
                    </a:lnTo>
                    <a:cubicBezTo>
                      <a:pt x="61445" y="426311"/>
                      <a:pt x="55711" y="424673"/>
                      <a:pt x="52845" y="420168"/>
                    </a:cubicBezTo>
                    <a:lnTo>
                      <a:pt x="1245" y="330893"/>
                    </a:lnTo>
                    <a:cubicBezTo>
                      <a:pt x="-1212" y="326388"/>
                      <a:pt x="426" y="320245"/>
                      <a:pt x="4931" y="317788"/>
                    </a:cubicBezTo>
                    <a:lnTo>
                      <a:pt x="72092" y="278884"/>
                    </a:lnTo>
                    <a:cubicBezTo>
                      <a:pt x="70454" y="269465"/>
                      <a:pt x="70045" y="260046"/>
                      <a:pt x="70045" y="250217"/>
                    </a:cubicBezTo>
                    <a:cubicBezTo>
                      <a:pt x="70045" y="240798"/>
                      <a:pt x="70454" y="231379"/>
                      <a:pt x="72092" y="221960"/>
                    </a:cubicBezTo>
                    <a:lnTo>
                      <a:pt x="4931" y="183056"/>
                    </a:lnTo>
                    <a:cubicBezTo>
                      <a:pt x="2474" y="181827"/>
                      <a:pt x="1245" y="179780"/>
                      <a:pt x="426" y="177323"/>
                    </a:cubicBezTo>
                    <a:cubicBezTo>
                      <a:pt x="-393" y="174865"/>
                      <a:pt x="17" y="171999"/>
                      <a:pt x="1245" y="169951"/>
                    </a:cubicBezTo>
                    <a:lnTo>
                      <a:pt x="52845" y="80676"/>
                    </a:lnTo>
                    <a:cubicBezTo>
                      <a:pt x="55711" y="76171"/>
                      <a:pt x="61445" y="74533"/>
                      <a:pt x="65949" y="76990"/>
                    </a:cubicBezTo>
                    <a:lnTo>
                      <a:pt x="133111" y="115894"/>
                    </a:lnTo>
                    <a:cubicBezTo>
                      <a:pt x="148263" y="103609"/>
                      <a:pt x="164644" y="94190"/>
                      <a:pt x="182663" y="87637"/>
                    </a:cubicBezTo>
                    <a:lnTo>
                      <a:pt x="182663" y="9828"/>
                    </a:lnTo>
                    <a:cubicBezTo>
                      <a:pt x="182663" y="4505"/>
                      <a:pt x="187168" y="0"/>
                      <a:pt x="192082" y="0"/>
                    </a:cubicBezTo>
                    <a:lnTo>
                      <a:pt x="295281" y="0"/>
                    </a:lnTo>
                    <a:cubicBezTo>
                      <a:pt x="300605" y="0"/>
                      <a:pt x="304700" y="4505"/>
                      <a:pt x="304700" y="9828"/>
                    </a:cubicBezTo>
                    <a:lnTo>
                      <a:pt x="304700" y="87637"/>
                    </a:lnTo>
                    <a:cubicBezTo>
                      <a:pt x="322719" y="94190"/>
                      <a:pt x="339509" y="103609"/>
                      <a:pt x="354252" y="115894"/>
                    </a:cubicBezTo>
                    <a:lnTo>
                      <a:pt x="421414" y="76990"/>
                    </a:lnTo>
                    <a:cubicBezTo>
                      <a:pt x="426328" y="74533"/>
                      <a:pt x="432061" y="76171"/>
                      <a:pt x="434518" y="80676"/>
                    </a:cubicBezTo>
                    <a:lnTo>
                      <a:pt x="486118" y="169951"/>
                    </a:lnTo>
                    <a:cubicBezTo>
                      <a:pt x="487346" y="171999"/>
                      <a:pt x="487756" y="174865"/>
                      <a:pt x="487346" y="177323"/>
                    </a:cubicBezTo>
                    <a:cubicBezTo>
                      <a:pt x="486527" y="179780"/>
                      <a:pt x="484889" y="181827"/>
                      <a:pt x="482842" y="183056"/>
                    </a:cubicBezTo>
                    <a:lnTo>
                      <a:pt x="415271" y="221960"/>
                    </a:lnTo>
                    <a:cubicBezTo>
                      <a:pt x="416909" y="231379"/>
                      <a:pt x="417728" y="240798"/>
                      <a:pt x="417728" y="250217"/>
                    </a:cubicBezTo>
                    <a:cubicBezTo>
                      <a:pt x="417728" y="260046"/>
                      <a:pt x="416909" y="269465"/>
                      <a:pt x="415271" y="278884"/>
                    </a:cubicBezTo>
                    <a:lnTo>
                      <a:pt x="482842" y="317788"/>
                    </a:lnTo>
                    <a:cubicBezTo>
                      <a:pt x="484889" y="319017"/>
                      <a:pt x="486527" y="321064"/>
                      <a:pt x="487346" y="323521"/>
                    </a:cubicBezTo>
                    <a:cubicBezTo>
                      <a:pt x="487756" y="325979"/>
                      <a:pt x="487346" y="328436"/>
                      <a:pt x="486118" y="330893"/>
                    </a:cubicBezTo>
                    <a:lnTo>
                      <a:pt x="434518" y="420168"/>
                    </a:lnTo>
                    <a:cubicBezTo>
                      <a:pt x="433290" y="422216"/>
                      <a:pt x="431242" y="423854"/>
                      <a:pt x="428785" y="424673"/>
                    </a:cubicBezTo>
                    <a:cubicBezTo>
                      <a:pt x="426328" y="425083"/>
                      <a:pt x="423871" y="424673"/>
                      <a:pt x="421414" y="423445"/>
                    </a:cubicBezTo>
                    <a:lnTo>
                      <a:pt x="354252" y="384540"/>
                    </a:lnTo>
                    <a:cubicBezTo>
                      <a:pt x="339509" y="396826"/>
                      <a:pt x="322719" y="406654"/>
                      <a:pt x="304700" y="413206"/>
                    </a:cubicBezTo>
                    <a:lnTo>
                      <a:pt x="304700" y="491015"/>
                    </a:lnTo>
                    <a:cubicBezTo>
                      <a:pt x="304700" y="496339"/>
                      <a:pt x="300605" y="500434"/>
                      <a:pt x="295281" y="500434"/>
                    </a:cubicBezTo>
                    <a:close/>
                    <a:moveTo>
                      <a:pt x="243681" y="357512"/>
                    </a:moveTo>
                    <a:cubicBezTo>
                      <a:pt x="184710" y="357512"/>
                      <a:pt x="136797" y="309188"/>
                      <a:pt x="136797" y="250217"/>
                    </a:cubicBezTo>
                    <a:cubicBezTo>
                      <a:pt x="136797" y="191246"/>
                      <a:pt x="184710" y="143332"/>
                      <a:pt x="243681" y="143332"/>
                    </a:cubicBezTo>
                    <a:cubicBezTo>
                      <a:pt x="302652" y="143332"/>
                      <a:pt x="350566" y="191246"/>
                      <a:pt x="350566" y="250217"/>
                    </a:cubicBezTo>
                    <a:cubicBezTo>
                      <a:pt x="350566" y="309188"/>
                      <a:pt x="302652" y="357512"/>
                      <a:pt x="243681" y="357512"/>
                    </a:cubicBezTo>
                    <a:close/>
                    <a:moveTo>
                      <a:pt x="243681" y="162580"/>
                    </a:moveTo>
                    <a:cubicBezTo>
                      <a:pt x="195358" y="162580"/>
                      <a:pt x="156044" y="201894"/>
                      <a:pt x="156044" y="250217"/>
                    </a:cubicBezTo>
                    <a:cubicBezTo>
                      <a:pt x="156044" y="298950"/>
                      <a:pt x="195358" y="338264"/>
                      <a:pt x="243681" y="338264"/>
                    </a:cubicBezTo>
                    <a:cubicBezTo>
                      <a:pt x="292414" y="338264"/>
                      <a:pt x="331728" y="298950"/>
                      <a:pt x="331728" y="250217"/>
                    </a:cubicBezTo>
                    <a:cubicBezTo>
                      <a:pt x="331728" y="201894"/>
                      <a:pt x="292414" y="162580"/>
                      <a:pt x="243681" y="162580"/>
                    </a:cubicBezTo>
                    <a:close/>
                  </a:path>
                </a:pathLst>
              </a:custGeom>
              <a:gradFill>
                <a:gsLst>
                  <a:gs pos="13000">
                    <a:schemeClr val="accent1">
                      <a:lumMod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lin ang="2700000" scaled="0"/>
              </a:gradFill>
              <a:ln w="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410874" y="3189205"/>
                <a:ext cx="662253" cy="698233"/>
              </a:xfrm>
              <a:custGeom>
                <a:avLst/>
                <a:gdLst>
                  <a:gd name="connsiteX0" fmla="*/ 12725 w 662253"/>
                  <a:gd name="connsiteY0" fmla="*/ 466035 h 698233"/>
                  <a:gd name="connsiteX1" fmla="*/ 14009 w 662253"/>
                  <a:gd name="connsiteY1" fmla="*/ 466591 h 698233"/>
                  <a:gd name="connsiteX2" fmla="*/ 21735 w 662253"/>
                  <a:gd name="connsiteY2" fmla="*/ 467263 h 698233"/>
                  <a:gd name="connsiteX3" fmla="*/ 82753 w 662253"/>
                  <a:gd name="connsiteY3" fmla="*/ 510262 h 698233"/>
                  <a:gd name="connsiteX4" fmla="*/ 84801 w 662253"/>
                  <a:gd name="connsiteY4" fmla="*/ 523367 h 698233"/>
                  <a:gd name="connsiteX5" fmla="*/ 71696 w 662253"/>
                  <a:gd name="connsiteY5" fmla="*/ 525824 h 698233"/>
                  <a:gd name="connsiteX6" fmla="*/ 46359 w 662253"/>
                  <a:gd name="connsiteY6" fmla="*/ 507913 h 698233"/>
                  <a:gd name="connsiteX7" fmla="*/ 75069 w 662253"/>
                  <a:gd name="connsiteY7" fmla="*/ 557076 h 698233"/>
                  <a:gd name="connsiteX8" fmla="*/ 331742 w 662253"/>
                  <a:gd name="connsiteY8" fmla="*/ 679395 h 698233"/>
                  <a:gd name="connsiteX9" fmla="*/ 638473 w 662253"/>
                  <a:gd name="connsiteY9" fmla="*/ 471358 h 698233"/>
                  <a:gd name="connsiteX10" fmla="*/ 650758 w 662253"/>
                  <a:gd name="connsiteY10" fmla="*/ 466035 h 698233"/>
                  <a:gd name="connsiteX11" fmla="*/ 656082 w 662253"/>
                  <a:gd name="connsiteY11" fmla="*/ 478730 h 698233"/>
                  <a:gd name="connsiteX12" fmla="*/ 529950 w 662253"/>
                  <a:gd name="connsiteY12" fmla="*/ 636805 h 698233"/>
                  <a:gd name="connsiteX13" fmla="*/ 331742 w 662253"/>
                  <a:gd name="connsiteY13" fmla="*/ 698233 h 698233"/>
                  <a:gd name="connsiteX14" fmla="*/ 133943 w 662253"/>
                  <a:gd name="connsiteY14" fmla="*/ 636805 h 698233"/>
                  <a:gd name="connsiteX15" fmla="*/ 58847 w 662253"/>
                  <a:gd name="connsiteY15" fmla="*/ 566982 h 698233"/>
                  <a:gd name="connsiteX16" fmla="*/ 22975 w 662253"/>
                  <a:gd name="connsiteY16" fmla="*/ 505446 h 698233"/>
                  <a:gd name="connsiteX17" fmla="*/ 18868 w 662253"/>
                  <a:gd name="connsiteY17" fmla="*/ 549986 h 698233"/>
                  <a:gd name="connsiteX18" fmla="*/ 9449 w 662253"/>
                  <a:gd name="connsiteY18" fmla="*/ 558995 h 698233"/>
                  <a:gd name="connsiteX19" fmla="*/ 8630 w 662253"/>
                  <a:gd name="connsiteY19" fmla="*/ 558586 h 698233"/>
                  <a:gd name="connsiteX20" fmla="*/ 30 w 662253"/>
                  <a:gd name="connsiteY20" fmla="*/ 548348 h 698233"/>
                  <a:gd name="connsiteX21" fmla="*/ 6582 w 662253"/>
                  <a:gd name="connsiteY21" fmla="*/ 474225 h 698233"/>
                  <a:gd name="connsiteX22" fmla="*/ 12316 w 662253"/>
                  <a:gd name="connsiteY22" fmla="*/ 466444 h 698233"/>
                  <a:gd name="connsiteX23" fmla="*/ 12545 w 662253"/>
                  <a:gd name="connsiteY23" fmla="*/ 466464 h 698233"/>
                  <a:gd name="connsiteX24" fmla="*/ 331742 w 662253"/>
                  <a:gd name="connsiteY24" fmla="*/ 0 h 698233"/>
                  <a:gd name="connsiteX25" fmla="*/ 529950 w 662253"/>
                  <a:gd name="connsiteY25" fmla="*/ 61428 h 698233"/>
                  <a:gd name="connsiteX26" fmla="*/ 604841 w 662253"/>
                  <a:gd name="connsiteY26" fmla="*/ 131098 h 698233"/>
                  <a:gd name="connsiteX27" fmla="*/ 639898 w 662253"/>
                  <a:gd name="connsiteY27" fmla="*/ 191581 h 698233"/>
                  <a:gd name="connsiteX28" fmla="*/ 642978 w 662253"/>
                  <a:gd name="connsiteY28" fmla="*/ 147837 h 698233"/>
                  <a:gd name="connsiteX29" fmla="*/ 653216 w 662253"/>
                  <a:gd name="connsiteY29" fmla="*/ 139237 h 698233"/>
                  <a:gd name="connsiteX30" fmla="*/ 662225 w 662253"/>
                  <a:gd name="connsiteY30" fmla="*/ 149475 h 698233"/>
                  <a:gd name="connsiteX31" fmla="*/ 656901 w 662253"/>
                  <a:gd name="connsiteY31" fmla="*/ 223599 h 698233"/>
                  <a:gd name="connsiteX32" fmla="*/ 651578 w 662253"/>
                  <a:gd name="connsiteY32" fmla="*/ 231789 h 698233"/>
                  <a:gd name="connsiteX33" fmla="*/ 647483 w 662253"/>
                  <a:gd name="connsiteY33" fmla="*/ 232608 h 698233"/>
                  <a:gd name="connsiteX34" fmla="*/ 647483 w 662253"/>
                  <a:gd name="connsiteY34" fmla="*/ 232608 h 698233"/>
                  <a:gd name="connsiteX35" fmla="*/ 647482 w 662253"/>
                  <a:gd name="connsiteY35" fmla="*/ 232608 h 698233"/>
                  <a:gd name="connsiteX36" fmla="*/ 647481 w 662253"/>
                  <a:gd name="connsiteY36" fmla="*/ 232608 h 698233"/>
                  <a:gd name="connsiteX37" fmla="*/ 642159 w 662253"/>
                  <a:gd name="connsiteY37" fmla="*/ 230970 h 698233"/>
                  <a:gd name="connsiteX38" fmla="*/ 580321 w 662253"/>
                  <a:gd name="connsiteY38" fmla="*/ 189199 h 698233"/>
                  <a:gd name="connsiteX39" fmla="*/ 577864 w 662253"/>
                  <a:gd name="connsiteY39" fmla="*/ 176094 h 698233"/>
                  <a:gd name="connsiteX40" fmla="*/ 590969 w 662253"/>
                  <a:gd name="connsiteY40" fmla="*/ 173637 h 698233"/>
                  <a:gd name="connsiteX41" fmla="*/ 618440 w 662253"/>
                  <a:gd name="connsiteY41" fmla="*/ 192185 h 698233"/>
                  <a:gd name="connsiteX42" fmla="*/ 588416 w 662253"/>
                  <a:gd name="connsiteY42" fmla="*/ 140811 h 698233"/>
                  <a:gd name="connsiteX43" fmla="*/ 331742 w 662253"/>
                  <a:gd name="connsiteY43" fmla="*/ 18838 h 698233"/>
                  <a:gd name="connsiteX44" fmla="*/ 25011 w 662253"/>
                  <a:gd name="connsiteY44" fmla="*/ 226465 h 698233"/>
                  <a:gd name="connsiteX45" fmla="*/ 12725 w 662253"/>
                  <a:gd name="connsiteY45" fmla="*/ 231789 h 698233"/>
                  <a:gd name="connsiteX46" fmla="*/ 7401 w 662253"/>
                  <a:gd name="connsiteY46" fmla="*/ 219503 h 698233"/>
                  <a:gd name="connsiteX47" fmla="*/ 133943 w 662253"/>
                  <a:gd name="connsiteY47" fmla="*/ 61428 h 698233"/>
                  <a:gd name="connsiteX48" fmla="*/ 331742 w 662253"/>
                  <a:gd name="connsiteY48" fmla="*/ 0 h 69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662253" h="698233">
                    <a:moveTo>
                      <a:pt x="12725" y="466035"/>
                    </a:moveTo>
                    <a:lnTo>
                      <a:pt x="14009" y="466591"/>
                    </a:lnTo>
                    <a:lnTo>
                      <a:pt x="21735" y="467263"/>
                    </a:lnTo>
                    <a:lnTo>
                      <a:pt x="82753" y="510262"/>
                    </a:lnTo>
                    <a:cubicBezTo>
                      <a:pt x="86848" y="513129"/>
                      <a:pt x="88077" y="519272"/>
                      <a:pt x="84801" y="523367"/>
                    </a:cubicBezTo>
                    <a:cubicBezTo>
                      <a:pt x="81934" y="527872"/>
                      <a:pt x="75791" y="528691"/>
                      <a:pt x="71696" y="525824"/>
                    </a:cubicBezTo>
                    <a:lnTo>
                      <a:pt x="46359" y="507913"/>
                    </a:lnTo>
                    <a:lnTo>
                      <a:pt x="75069" y="557076"/>
                    </a:lnTo>
                    <a:cubicBezTo>
                      <a:pt x="136554" y="633324"/>
                      <a:pt x="229772" y="679395"/>
                      <a:pt x="331742" y="679395"/>
                    </a:cubicBezTo>
                    <a:cubicBezTo>
                      <a:pt x="467703" y="679395"/>
                      <a:pt x="588102" y="597491"/>
                      <a:pt x="638473" y="471358"/>
                    </a:cubicBezTo>
                    <a:cubicBezTo>
                      <a:pt x="640520" y="466444"/>
                      <a:pt x="645844" y="464397"/>
                      <a:pt x="650758" y="466035"/>
                    </a:cubicBezTo>
                    <a:cubicBezTo>
                      <a:pt x="655673" y="468082"/>
                      <a:pt x="658130" y="473816"/>
                      <a:pt x="656082" y="478730"/>
                    </a:cubicBezTo>
                    <a:cubicBezTo>
                      <a:pt x="630692" y="542615"/>
                      <a:pt x="586873" y="597491"/>
                      <a:pt x="529950" y="636805"/>
                    </a:cubicBezTo>
                    <a:cubicBezTo>
                      <a:pt x="471388" y="676938"/>
                      <a:pt x="402998" y="698233"/>
                      <a:pt x="331742" y="698233"/>
                    </a:cubicBezTo>
                    <a:cubicBezTo>
                      <a:pt x="260485" y="698233"/>
                      <a:pt x="192095" y="676938"/>
                      <a:pt x="133943" y="636805"/>
                    </a:cubicBezTo>
                    <a:cubicBezTo>
                      <a:pt x="105277" y="617148"/>
                      <a:pt x="80091" y="593601"/>
                      <a:pt x="58847" y="566982"/>
                    </a:cubicBezTo>
                    <a:lnTo>
                      <a:pt x="22975" y="505446"/>
                    </a:lnTo>
                    <a:lnTo>
                      <a:pt x="18868" y="549986"/>
                    </a:lnTo>
                    <a:cubicBezTo>
                      <a:pt x="18458" y="554900"/>
                      <a:pt x="14363" y="558995"/>
                      <a:pt x="9449" y="558995"/>
                    </a:cubicBezTo>
                    <a:cubicBezTo>
                      <a:pt x="9449" y="558995"/>
                      <a:pt x="9039" y="558995"/>
                      <a:pt x="8630" y="558586"/>
                    </a:cubicBezTo>
                    <a:cubicBezTo>
                      <a:pt x="3306" y="558176"/>
                      <a:pt x="-379" y="553672"/>
                      <a:pt x="30" y="548348"/>
                    </a:cubicBezTo>
                    <a:lnTo>
                      <a:pt x="6582" y="474225"/>
                    </a:lnTo>
                    <a:cubicBezTo>
                      <a:pt x="6992" y="470948"/>
                      <a:pt x="9039" y="467672"/>
                      <a:pt x="12316" y="466444"/>
                    </a:cubicBezTo>
                    <a:lnTo>
                      <a:pt x="12545" y="466464"/>
                    </a:lnTo>
                    <a:close/>
                    <a:moveTo>
                      <a:pt x="331742" y="0"/>
                    </a:moveTo>
                    <a:cubicBezTo>
                      <a:pt x="402998" y="0"/>
                      <a:pt x="471388" y="20886"/>
                      <a:pt x="529950" y="61428"/>
                    </a:cubicBezTo>
                    <a:cubicBezTo>
                      <a:pt x="558412" y="81085"/>
                      <a:pt x="583597" y="104530"/>
                      <a:pt x="604841" y="131098"/>
                    </a:cubicBezTo>
                    <a:lnTo>
                      <a:pt x="639898" y="191581"/>
                    </a:lnTo>
                    <a:lnTo>
                      <a:pt x="642978" y="147837"/>
                    </a:lnTo>
                    <a:cubicBezTo>
                      <a:pt x="643387" y="142923"/>
                      <a:pt x="647892" y="138828"/>
                      <a:pt x="653216" y="139237"/>
                    </a:cubicBezTo>
                    <a:cubicBezTo>
                      <a:pt x="658540" y="139647"/>
                      <a:pt x="662635" y="144152"/>
                      <a:pt x="662225" y="149475"/>
                    </a:cubicBezTo>
                    <a:lnTo>
                      <a:pt x="656901" y="223599"/>
                    </a:lnTo>
                    <a:cubicBezTo>
                      <a:pt x="656492" y="227284"/>
                      <a:pt x="654444" y="230151"/>
                      <a:pt x="651578" y="231789"/>
                    </a:cubicBezTo>
                    <a:cubicBezTo>
                      <a:pt x="650349" y="232199"/>
                      <a:pt x="648711" y="232608"/>
                      <a:pt x="647483" y="232608"/>
                    </a:cubicBezTo>
                    <a:lnTo>
                      <a:pt x="647483" y="232608"/>
                    </a:lnTo>
                    <a:lnTo>
                      <a:pt x="647482" y="232608"/>
                    </a:lnTo>
                    <a:lnTo>
                      <a:pt x="647481" y="232608"/>
                    </a:lnTo>
                    <a:lnTo>
                      <a:pt x="642159" y="230970"/>
                    </a:lnTo>
                    <a:lnTo>
                      <a:pt x="580321" y="189199"/>
                    </a:lnTo>
                    <a:cubicBezTo>
                      <a:pt x="575816" y="186332"/>
                      <a:pt x="574588" y="180189"/>
                      <a:pt x="577864" y="176094"/>
                    </a:cubicBezTo>
                    <a:cubicBezTo>
                      <a:pt x="580731" y="171589"/>
                      <a:pt x="586464" y="170361"/>
                      <a:pt x="590969" y="173637"/>
                    </a:cubicBezTo>
                    <a:lnTo>
                      <a:pt x="618440" y="192185"/>
                    </a:lnTo>
                    <a:lnTo>
                      <a:pt x="588416" y="140811"/>
                    </a:lnTo>
                    <a:cubicBezTo>
                      <a:pt x="526930" y="64679"/>
                      <a:pt x="433713" y="18838"/>
                      <a:pt x="331742" y="18838"/>
                    </a:cubicBezTo>
                    <a:cubicBezTo>
                      <a:pt x="195781" y="18838"/>
                      <a:pt x="75382" y="100333"/>
                      <a:pt x="25011" y="226465"/>
                    </a:cubicBezTo>
                    <a:cubicBezTo>
                      <a:pt x="23372" y="231379"/>
                      <a:pt x="17639" y="233836"/>
                      <a:pt x="12725" y="231789"/>
                    </a:cubicBezTo>
                    <a:cubicBezTo>
                      <a:pt x="7811" y="229741"/>
                      <a:pt x="5354" y="224417"/>
                      <a:pt x="7401" y="219503"/>
                    </a:cubicBezTo>
                    <a:cubicBezTo>
                      <a:pt x="33201" y="155208"/>
                      <a:pt x="76610" y="100742"/>
                      <a:pt x="133943" y="61428"/>
                    </a:cubicBezTo>
                    <a:cubicBezTo>
                      <a:pt x="192095" y="20886"/>
                      <a:pt x="260485" y="0"/>
                      <a:pt x="331742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914551" y="2813198"/>
            <a:ext cx="1794075" cy="1557875"/>
            <a:chOff x="2476608" y="2972414"/>
            <a:chExt cx="1794075" cy="1557875"/>
          </a:xfrm>
        </p:grpSpPr>
        <p:sp>
          <p:nvSpPr>
            <p:cNvPr id="44" name="文本框 43"/>
            <p:cNvSpPr txBox="1"/>
            <p:nvPr/>
          </p:nvSpPr>
          <p:spPr>
            <a:xfrm>
              <a:off x="2476608" y="3883958"/>
              <a:ext cx="17940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2">
                      <a:lumMod val="75000"/>
                    </a:schemeClr>
                  </a:solidFill>
                </a:rPr>
                <a:t>需求解析模块    </a:t>
              </a:r>
              <a:endParaRPr lang="zh-CN" altLang="en-US" dirty="0">
                <a:solidFill>
                  <a:schemeClr val="tx2">
                    <a:lumMod val="75000"/>
                  </a:schemeClr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2">
                      <a:lumMod val="75000"/>
                    </a:schemeClr>
                  </a:solidFill>
                </a:rPr>
                <a:t>提取功能</a:t>
              </a:r>
              <a:r>
                <a:rPr lang="en-US" altLang="zh-CN" dirty="0">
                  <a:solidFill>
                    <a:schemeClr val="tx2">
                      <a:lumMod val="75000"/>
                    </a:schemeClr>
                  </a:solidFill>
                </a:rPr>
                <a:t>+</a:t>
              </a:r>
              <a:r>
                <a:rPr lang="zh-CN" altLang="en-US" dirty="0">
                  <a:solidFill>
                    <a:schemeClr val="tx2">
                      <a:lumMod val="75000"/>
                    </a:schemeClr>
                  </a:solidFill>
                </a:rPr>
                <a:t>约束</a:t>
              </a:r>
              <a:endParaRPr lang="zh-CN" altLang="en-US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2976522" y="2972414"/>
              <a:ext cx="802548" cy="802548"/>
            </a:xfrm>
            <a:prstGeom prst="ellipse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3155143" y="3149489"/>
              <a:ext cx="445308" cy="448398"/>
              <a:chOff x="3218365" y="3278326"/>
              <a:chExt cx="483181" cy="486534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3373209" y="3278326"/>
                <a:ext cx="300265" cy="339909"/>
                <a:chOff x="3373210" y="3290431"/>
                <a:chExt cx="289572" cy="327804"/>
              </a:xfrm>
            </p:grpSpPr>
            <p:sp>
              <p:nvSpPr>
                <p:cNvPr id="49" name="任意多边形: 形状 48"/>
                <p:cNvSpPr/>
                <p:nvPr/>
              </p:nvSpPr>
              <p:spPr>
                <a:xfrm>
                  <a:off x="3460488" y="3363808"/>
                  <a:ext cx="129017" cy="171528"/>
                </a:xfrm>
                <a:custGeom>
                  <a:avLst/>
                  <a:gdLst>
                    <a:gd name="connsiteX0" fmla="*/ 33170 w 216433"/>
                    <a:gd name="connsiteY0" fmla="*/ 202889 h 287748"/>
                    <a:gd name="connsiteX1" fmla="*/ 33170 w 216433"/>
                    <a:gd name="connsiteY1" fmla="*/ 216433 h 287748"/>
                    <a:gd name="connsiteX2" fmla="*/ 52242 w 216433"/>
                    <a:gd name="connsiteY2" fmla="*/ 216433 h 287748"/>
                    <a:gd name="connsiteX3" fmla="*/ 52242 w 216433"/>
                    <a:gd name="connsiteY3" fmla="*/ 202889 h 287748"/>
                    <a:gd name="connsiteX4" fmla="*/ 146776 w 216433"/>
                    <a:gd name="connsiteY4" fmla="*/ 166954 h 287748"/>
                    <a:gd name="connsiteX5" fmla="*/ 216433 w 216433"/>
                    <a:gd name="connsiteY5" fmla="*/ 219749 h 287748"/>
                    <a:gd name="connsiteX6" fmla="*/ 216433 w 216433"/>
                    <a:gd name="connsiteY6" fmla="*/ 287748 h 287748"/>
                    <a:gd name="connsiteX7" fmla="*/ 182157 w 216433"/>
                    <a:gd name="connsiteY7" fmla="*/ 287748 h 287748"/>
                    <a:gd name="connsiteX8" fmla="*/ 182157 w 216433"/>
                    <a:gd name="connsiteY8" fmla="*/ 252090 h 287748"/>
                    <a:gd name="connsiteX9" fmla="*/ 168337 w 216433"/>
                    <a:gd name="connsiteY9" fmla="*/ 252090 h 287748"/>
                    <a:gd name="connsiteX10" fmla="*/ 168337 w 216433"/>
                    <a:gd name="connsiteY10" fmla="*/ 287748 h 287748"/>
                    <a:gd name="connsiteX11" fmla="*/ 115818 w 216433"/>
                    <a:gd name="connsiteY11" fmla="*/ 287748 h 287748"/>
                    <a:gd name="connsiteX12" fmla="*/ 115818 w 216433"/>
                    <a:gd name="connsiteY12" fmla="*/ 204547 h 287748"/>
                    <a:gd name="connsiteX13" fmla="*/ 69657 w 216433"/>
                    <a:gd name="connsiteY13" fmla="*/ 166954 h 287748"/>
                    <a:gd name="connsiteX14" fmla="*/ 102274 w 216433"/>
                    <a:gd name="connsiteY14" fmla="*/ 204823 h 287748"/>
                    <a:gd name="connsiteX15" fmla="*/ 102274 w 216433"/>
                    <a:gd name="connsiteY15" fmla="*/ 287748 h 287748"/>
                    <a:gd name="connsiteX16" fmla="*/ 48097 w 216433"/>
                    <a:gd name="connsiteY16" fmla="*/ 287748 h 287748"/>
                    <a:gd name="connsiteX17" fmla="*/ 48097 w 216433"/>
                    <a:gd name="connsiteY17" fmla="*/ 252090 h 287748"/>
                    <a:gd name="connsiteX18" fmla="*/ 34552 w 216433"/>
                    <a:gd name="connsiteY18" fmla="*/ 252090 h 287748"/>
                    <a:gd name="connsiteX19" fmla="*/ 34552 w 216433"/>
                    <a:gd name="connsiteY19" fmla="*/ 287748 h 287748"/>
                    <a:gd name="connsiteX20" fmla="*/ 0 w 216433"/>
                    <a:gd name="connsiteY20" fmla="*/ 287748 h 287748"/>
                    <a:gd name="connsiteX21" fmla="*/ 0 w 216433"/>
                    <a:gd name="connsiteY21" fmla="*/ 219749 h 287748"/>
                    <a:gd name="connsiteX22" fmla="*/ 69657 w 216433"/>
                    <a:gd name="connsiteY22" fmla="*/ 166954 h 287748"/>
                    <a:gd name="connsiteX23" fmla="*/ 79331 w 216433"/>
                    <a:gd name="connsiteY23" fmla="*/ 144566 h 287748"/>
                    <a:gd name="connsiteX24" fmla="*/ 137102 w 216433"/>
                    <a:gd name="connsiteY24" fmla="*/ 144566 h 287748"/>
                    <a:gd name="connsiteX25" fmla="*/ 137102 w 216433"/>
                    <a:gd name="connsiteY25" fmla="*/ 157557 h 287748"/>
                    <a:gd name="connsiteX26" fmla="*/ 108907 w 216433"/>
                    <a:gd name="connsiteY26" fmla="*/ 191557 h 287748"/>
                    <a:gd name="connsiteX27" fmla="*/ 79331 w 216433"/>
                    <a:gd name="connsiteY27" fmla="*/ 157281 h 287748"/>
                    <a:gd name="connsiteX28" fmla="*/ 71868 w 216433"/>
                    <a:gd name="connsiteY28" fmla="*/ 43675 h 287748"/>
                    <a:gd name="connsiteX29" fmla="*/ 111119 w 216433"/>
                    <a:gd name="connsiteY29" fmla="*/ 62194 h 287748"/>
                    <a:gd name="connsiteX30" fmla="*/ 161979 w 216433"/>
                    <a:gd name="connsiteY30" fmla="*/ 77397 h 287748"/>
                    <a:gd name="connsiteX31" fmla="*/ 156174 w 216433"/>
                    <a:gd name="connsiteY31" fmla="*/ 86242 h 287748"/>
                    <a:gd name="connsiteX32" fmla="*/ 138760 w 216433"/>
                    <a:gd name="connsiteY32" fmla="*/ 122729 h 287748"/>
                    <a:gd name="connsiteX33" fmla="*/ 137931 w 216433"/>
                    <a:gd name="connsiteY33" fmla="*/ 123835 h 287748"/>
                    <a:gd name="connsiteX34" fmla="*/ 108355 w 216433"/>
                    <a:gd name="connsiteY34" fmla="*/ 142078 h 287748"/>
                    <a:gd name="connsiteX35" fmla="*/ 78501 w 216433"/>
                    <a:gd name="connsiteY35" fmla="*/ 123835 h 287748"/>
                    <a:gd name="connsiteX36" fmla="*/ 77672 w 216433"/>
                    <a:gd name="connsiteY36" fmla="*/ 122729 h 287748"/>
                    <a:gd name="connsiteX37" fmla="*/ 60258 w 216433"/>
                    <a:gd name="connsiteY37" fmla="*/ 86242 h 287748"/>
                    <a:gd name="connsiteX38" fmla="*/ 57217 w 216433"/>
                    <a:gd name="connsiteY38" fmla="*/ 82373 h 287748"/>
                    <a:gd name="connsiteX39" fmla="*/ 59153 w 216433"/>
                    <a:gd name="connsiteY39" fmla="*/ 69381 h 287748"/>
                    <a:gd name="connsiteX40" fmla="*/ 71868 w 216433"/>
                    <a:gd name="connsiteY40" fmla="*/ 43675 h 287748"/>
                    <a:gd name="connsiteX41" fmla="*/ 104485 w 216433"/>
                    <a:gd name="connsiteY41" fmla="*/ 0 h 287748"/>
                    <a:gd name="connsiteX42" fmla="*/ 137655 w 216433"/>
                    <a:gd name="connsiteY42" fmla="*/ 12162 h 287748"/>
                    <a:gd name="connsiteX43" fmla="*/ 186857 w 216433"/>
                    <a:gd name="connsiteY43" fmla="*/ 40910 h 287748"/>
                    <a:gd name="connsiteX44" fmla="*/ 135167 w 216433"/>
                    <a:gd name="connsiteY44" fmla="*/ 60812 h 287748"/>
                    <a:gd name="connsiteX45" fmla="*/ 71868 w 216433"/>
                    <a:gd name="connsiteY45" fmla="*/ 29853 h 287748"/>
                    <a:gd name="connsiteX46" fmla="*/ 53072 w 216433"/>
                    <a:gd name="connsiteY46" fmla="*/ 39527 h 287748"/>
                    <a:gd name="connsiteX47" fmla="*/ 80713 w 216433"/>
                    <a:gd name="connsiteY47" fmla="*/ 15756 h 287748"/>
                    <a:gd name="connsiteX48" fmla="*/ 104485 w 216433"/>
                    <a:gd name="connsiteY48" fmla="*/ 0 h 2877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16433" h="287748">
                      <a:moveTo>
                        <a:pt x="33170" y="202889"/>
                      </a:moveTo>
                      <a:cubicBezTo>
                        <a:pt x="24325" y="202889"/>
                        <a:pt x="24325" y="216433"/>
                        <a:pt x="33170" y="216433"/>
                      </a:cubicBezTo>
                      <a:lnTo>
                        <a:pt x="52242" y="216433"/>
                      </a:lnTo>
                      <a:cubicBezTo>
                        <a:pt x="61364" y="216433"/>
                        <a:pt x="61364" y="202889"/>
                        <a:pt x="52242" y="202889"/>
                      </a:cubicBezTo>
                      <a:close/>
                      <a:moveTo>
                        <a:pt x="146776" y="166954"/>
                      </a:moveTo>
                      <a:cubicBezTo>
                        <a:pt x="186027" y="170548"/>
                        <a:pt x="216433" y="193490"/>
                        <a:pt x="216433" y="219749"/>
                      </a:cubicBezTo>
                      <a:lnTo>
                        <a:pt x="216433" y="287748"/>
                      </a:lnTo>
                      <a:lnTo>
                        <a:pt x="182157" y="287748"/>
                      </a:lnTo>
                      <a:lnTo>
                        <a:pt x="182157" y="252090"/>
                      </a:lnTo>
                      <a:cubicBezTo>
                        <a:pt x="182157" y="242968"/>
                        <a:pt x="168337" y="242968"/>
                        <a:pt x="168337" y="252090"/>
                      </a:cubicBezTo>
                      <a:lnTo>
                        <a:pt x="168337" y="287748"/>
                      </a:lnTo>
                      <a:lnTo>
                        <a:pt x="115818" y="287748"/>
                      </a:lnTo>
                      <a:lnTo>
                        <a:pt x="115818" y="204547"/>
                      </a:lnTo>
                      <a:close/>
                      <a:moveTo>
                        <a:pt x="69657" y="166954"/>
                      </a:moveTo>
                      <a:lnTo>
                        <a:pt x="102274" y="204823"/>
                      </a:lnTo>
                      <a:lnTo>
                        <a:pt x="102274" y="287748"/>
                      </a:lnTo>
                      <a:lnTo>
                        <a:pt x="48097" y="287748"/>
                      </a:lnTo>
                      <a:lnTo>
                        <a:pt x="48097" y="252090"/>
                      </a:lnTo>
                      <a:cubicBezTo>
                        <a:pt x="48097" y="242968"/>
                        <a:pt x="34552" y="242968"/>
                        <a:pt x="34552" y="252090"/>
                      </a:cubicBezTo>
                      <a:lnTo>
                        <a:pt x="34552" y="287748"/>
                      </a:lnTo>
                      <a:lnTo>
                        <a:pt x="0" y="287748"/>
                      </a:lnTo>
                      <a:lnTo>
                        <a:pt x="0" y="219749"/>
                      </a:lnTo>
                      <a:cubicBezTo>
                        <a:pt x="0" y="193490"/>
                        <a:pt x="30406" y="170548"/>
                        <a:pt x="69657" y="166954"/>
                      </a:cubicBezTo>
                      <a:close/>
                      <a:moveTo>
                        <a:pt x="79331" y="144566"/>
                      </a:moveTo>
                      <a:cubicBezTo>
                        <a:pt x="97574" y="159492"/>
                        <a:pt x="118858" y="159492"/>
                        <a:pt x="137102" y="144566"/>
                      </a:cubicBezTo>
                      <a:lnTo>
                        <a:pt x="137102" y="157557"/>
                      </a:lnTo>
                      <a:lnTo>
                        <a:pt x="108907" y="191557"/>
                      </a:lnTo>
                      <a:lnTo>
                        <a:pt x="79331" y="157281"/>
                      </a:lnTo>
                      <a:close/>
                      <a:moveTo>
                        <a:pt x="71868" y="43675"/>
                      </a:moveTo>
                      <a:cubicBezTo>
                        <a:pt x="82095" y="43675"/>
                        <a:pt x="97298" y="53349"/>
                        <a:pt x="111119" y="62194"/>
                      </a:cubicBezTo>
                      <a:cubicBezTo>
                        <a:pt x="127703" y="72698"/>
                        <a:pt x="142077" y="82649"/>
                        <a:pt x="161979" y="77397"/>
                      </a:cubicBezTo>
                      <a:cubicBezTo>
                        <a:pt x="164743" y="81820"/>
                        <a:pt x="157833" y="80990"/>
                        <a:pt x="156174" y="86242"/>
                      </a:cubicBezTo>
                      <a:cubicBezTo>
                        <a:pt x="153134" y="97023"/>
                        <a:pt x="147329" y="111120"/>
                        <a:pt x="138760" y="122729"/>
                      </a:cubicBezTo>
                      <a:cubicBezTo>
                        <a:pt x="138483" y="123005"/>
                        <a:pt x="138207" y="123559"/>
                        <a:pt x="137931" y="123835"/>
                      </a:cubicBezTo>
                      <a:cubicBezTo>
                        <a:pt x="130191" y="134339"/>
                        <a:pt x="119964" y="142078"/>
                        <a:pt x="108355" y="142078"/>
                      </a:cubicBezTo>
                      <a:cubicBezTo>
                        <a:pt x="96468" y="142078"/>
                        <a:pt x="86518" y="134339"/>
                        <a:pt x="78501" y="123835"/>
                      </a:cubicBezTo>
                      <a:cubicBezTo>
                        <a:pt x="78225" y="123559"/>
                        <a:pt x="77949" y="123005"/>
                        <a:pt x="77672" y="122729"/>
                      </a:cubicBezTo>
                      <a:cubicBezTo>
                        <a:pt x="69380" y="111120"/>
                        <a:pt x="63299" y="97023"/>
                        <a:pt x="60258" y="86242"/>
                      </a:cubicBezTo>
                      <a:cubicBezTo>
                        <a:pt x="59982" y="84584"/>
                        <a:pt x="58876" y="83202"/>
                        <a:pt x="57217" y="82373"/>
                      </a:cubicBezTo>
                      <a:cubicBezTo>
                        <a:pt x="48649" y="77397"/>
                        <a:pt x="58876" y="76015"/>
                        <a:pt x="59153" y="69381"/>
                      </a:cubicBezTo>
                      <a:cubicBezTo>
                        <a:pt x="59982" y="43675"/>
                        <a:pt x="68551" y="43675"/>
                        <a:pt x="71868" y="43675"/>
                      </a:cubicBezTo>
                      <a:close/>
                      <a:moveTo>
                        <a:pt x="104485" y="0"/>
                      </a:moveTo>
                      <a:cubicBezTo>
                        <a:pt x="112777" y="0"/>
                        <a:pt x="124111" y="4146"/>
                        <a:pt x="137655" y="12162"/>
                      </a:cubicBezTo>
                      <a:cubicBezTo>
                        <a:pt x="153134" y="21561"/>
                        <a:pt x="159491" y="39527"/>
                        <a:pt x="186857" y="40910"/>
                      </a:cubicBezTo>
                      <a:cubicBezTo>
                        <a:pt x="173312" y="59705"/>
                        <a:pt x="156451" y="71868"/>
                        <a:pt x="135167" y="60812"/>
                      </a:cubicBezTo>
                      <a:cubicBezTo>
                        <a:pt x="116094" y="50861"/>
                        <a:pt x="91770" y="29853"/>
                        <a:pt x="71868" y="29853"/>
                      </a:cubicBezTo>
                      <a:cubicBezTo>
                        <a:pt x="63852" y="29853"/>
                        <a:pt x="57494" y="33170"/>
                        <a:pt x="53072" y="39527"/>
                      </a:cubicBezTo>
                      <a:cubicBezTo>
                        <a:pt x="51966" y="19073"/>
                        <a:pt x="61088" y="12439"/>
                        <a:pt x="80713" y="15756"/>
                      </a:cubicBezTo>
                      <a:cubicBezTo>
                        <a:pt x="91493" y="17414"/>
                        <a:pt x="87071" y="0"/>
                        <a:pt x="10448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n w="40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3373210" y="3290431"/>
                  <a:ext cx="201100" cy="277945"/>
                </a:xfrm>
                <a:custGeom>
                  <a:avLst/>
                  <a:gdLst>
                    <a:gd name="connsiteX0" fmla="*/ 176348 w 201100"/>
                    <a:gd name="connsiteY0" fmla="*/ 770 h 277945"/>
                    <a:gd name="connsiteX1" fmla="*/ 184967 w 201100"/>
                    <a:gd name="connsiteY1" fmla="*/ 3312 h 277945"/>
                    <a:gd name="connsiteX2" fmla="*/ 200349 w 201100"/>
                    <a:gd name="connsiteY2" fmla="*/ 31577 h 277945"/>
                    <a:gd name="connsiteX3" fmla="*/ 197807 w 201100"/>
                    <a:gd name="connsiteY3" fmla="*/ 40154 h 277945"/>
                    <a:gd name="connsiteX4" fmla="*/ 169542 w 201100"/>
                    <a:gd name="connsiteY4" fmla="*/ 55525 h 277945"/>
                    <a:gd name="connsiteX5" fmla="*/ 166525 w 201100"/>
                    <a:gd name="connsiteY5" fmla="*/ 56295 h 277945"/>
                    <a:gd name="connsiteX6" fmla="*/ 160923 w 201100"/>
                    <a:gd name="connsiteY6" fmla="*/ 52993 h 277945"/>
                    <a:gd name="connsiteX7" fmla="*/ 163466 w 201100"/>
                    <a:gd name="connsiteY7" fmla="*/ 44405 h 277945"/>
                    <a:gd name="connsiteX8" fmla="*/ 178848 w 201100"/>
                    <a:gd name="connsiteY8" fmla="*/ 36060 h 277945"/>
                    <a:gd name="connsiteX9" fmla="*/ 68640 w 201100"/>
                    <a:gd name="connsiteY9" fmla="*/ 55936 h 277945"/>
                    <a:gd name="connsiteX10" fmla="*/ 12671 w 201100"/>
                    <a:gd name="connsiteY10" fmla="*/ 163781 h 277945"/>
                    <a:gd name="connsiteX11" fmla="*/ 61878 w 201100"/>
                    <a:gd name="connsiteY11" fmla="*/ 266688 h 277945"/>
                    <a:gd name="connsiteX12" fmla="*/ 62870 w 201100"/>
                    <a:gd name="connsiteY12" fmla="*/ 275592 h 277945"/>
                    <a:gd name="connsiteX13" fmla="*/ 57911 w 201100"/>
                    <a:gd name="connsiteY13" fmla="*/ 277945 h 277945"/>
                    <a:gd name="connsiteX14" fmla="*/ 53944 w 201100"/>
                    <a:gd name="connsiteY14" fmla="*/ 276541 h 277945"/>
                    <a:gd name="connsiteX15" fmla="*/ 0 w 201100"/>
                    <a:gd name="connsiteY15" fmla="*/ 163781 h 277945"/>
                    <a:gd name="connsiteX16" fmla="*/ 61351 w 201100"/>
                    <a:gd name="connsiteY16" fmla="*/ 45576 h 277945"/>
                    <a:gd name="connsiteX17" fmla="*/ 181644 w 201100"/>
                    <a:gd name="connsiteY17" fmla="*/ 23705 h 277945"/>
                    <a:gd name="connsiteX18" fmla="*/ 173805 w 201100"/>
                    <a:gd name="connsiteY18" fmla="*/ 9358 h 277945"/>
                    <a:gd name="connsiteX19" fmla="*/ 176348 w 201100"/>
                    <a:gd name="connsiteY19" fmla="*/ 770 h 277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01100" h="277945">
                      <a:moveTo>
                        <a:pt x="176348" y="770"/>
                      </a:moveTo>
                      <a:cubicBezTo>
                        <a:pt x="179449" y="-897"/>
                        <a:pt x="183279" y="232"/>
                        <a:pt x="184967" y="3312"/>
                      </a:cubicBezTo>
                      <a:lnTo>
                        <a:pt x="200349" y="31577"/>
                      </a:lnTo>
                      <a:cubicBezTo>
                        <a:pt x="201984" y="34646"/>
                        <a:pt x="200867" y="38487"/>
                        <a:pt x="197807" y="40154"/>
                      </a:cubicBezTo>
                      <a:lnTo>
                        <a:pt x="169542" y="55525"/>
                      </a:lnTo>
                      <a:cubicBezTo>
                        <a:pt x="168551" y="56053"/>
                        <a:pt x="167517" y="56295"/>
                        <a:pt x="166525" y="56295"/>
                      </a:cubicBezTo>
                      <a:cubicBezTo>
                        <a:pt x="164246" y="56295"/>
                        <a:pt x="162083" y="55103"/>
                        <a:pt x="160923" y="52993"/>
                      </a:cubicBezTo>
                      <a:cubicBezTo>
                        <a:pt x="159288" y="49923"/>
                        <a:pt x="160407" y="46083"/>
                        <a:pt x="163466" y="44405"/>
                      </a:cubicBezTo>
                      <a:lnTo>
                        <a:pt x="178848" y="36060"/>
                      </a:lnTo>
                      <a:cubicBezTo>
                        <a:pt x="141374" y="26101"/>
                        <a:pt x="100914" y="33222"/>
                        <a:pt x="68640" y="55936"/>
                      </a:cubicBezTo>
                      <a:cubicBezTo>
                        <a:pt x="33055" y="80972"/>
                        <a:pt x="12671" y="120282"/>
                        <a:pt x="12671" y="163781"/>
                      </a:cubicBezTo>
                      <a:cubicBezTo>
                        <a:pt x="12671" y="203935"/>
                        <a:pt x="30596" y="241451"/>
                        <a:pt x="61878" y="266688"/>
                      </a:cubicBezTo>
                      <a:cubicBezTo>
                        <a:pt x="64631" y="268882"/>
                        <a:pt x="65064" y="272870"/>
                        <a:pt x="62870" y="275592"/>
                      </a:cubicBezTo>
                      <a:cubicBezTo>
                        <a:pt x="61625" y="277143"/>
                        <a:pt x="59767" y="277945"/>
                        <a:pt x="57911" y="277945"/>
                      </a:cubicBezTo>
                      <a:cubicBezTo>
                        <a:pt x="56529" y="277945"/>
                        <a:pt x="55115" y="277491"/>
                        <a:pt x="53944" y="276541"/>
                      </a:cubicBezTo>
                      <a:cubicBezTo>
                        <a:pt x="19645" y="248890"/>
                        <a:pt x="0" y="207786"/>
                        <a:pt x="0" y="163781"/>
                      </a:cubicBezTo>
                      <a:cubicBezTo>
                        <a:pt x="0" y="116105"/>
                        <a:pt x="22367" y="73017"/>
                        <a:pt x="61351" y="45576"/>
                      </a:cubicBezTo>
                      <a:cubicBezTo>
                        <a:pt x="96546" y="20804"/>
                        <a:pt x="140709" y="12955"/>
                        <a:pt x="181644" y="23705"/>
                      </a:cubicBezTo>
                      <a:lnTo>
                        <a:pt x="173805" y="9358"/>
                      </a:lnTo>
                      <a:cubicBezTo>
                        <a:pt x="172170" y="6287"/>
                        <a:pt x="173288" y="2437"/>
                        <a:pt x="176348" y="7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n w="40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/>
              </p:nvSpPr>
              <p:spPr>
                <a:xfrm>
                  <a:off x="3461716" y="3340039"/>
                  <a:ext cx="201066" cy="278196"/>
                </a:xfrm>
                <a:custGeom>
                  <a:avLst/>
                  <a:gdLst>
                    <a:gd name="connsiteX0" fmla="*/ 147123 w 201066"/>
                    <a:gd name="connsiteY0" fmla="*/ 1401 h 278196"/>
                    <a:gd name="connsiteX1" fmla="*/ 201066 w 201066"/>
                    <a:gd name="connsiteY1" fmla="*/ 114172 h 278196"/>
                    <a:gd name="connsiteX2" fmla="*/ 140793 w 201066"/>
                    <a:gd name="connsiteY2" fmla="*/ 231596 h 278196"/>
                    <a:gd name="connsiteX3" fmla="*/ 55874 w 201066"/>
                    <a:gd name="connsiteY3" fmla="*/ 258952 h 278196"/>
                    <a:gd name="connsiteX4" fmla="*/ 19118 w 201066"/>
                    <a:gd name="connsiteY4" fmla="*/ 254163 h 278196"/>
                    <a:gd name="connsiteX5" fmla="*/ 26830 w 201066"/>
                    <a:gd name="connsiteY5" fmla="*/ 268933 h 278196"/>
                    <a:gd name="connsiteX6" fmla="*/ 24118 w 201066"/>
                    <a:gd name="connsiteY6" fmla="*/ 277478 h 278196"/>
                    <a:gd name="connsiteX7" fmla="*/ 21227 w 201066"/>
                    <a:gd name="connsiteY7" fmla="*/ 278196 h 278196"/>
                    <a:gd name="connsiteX8" fmla="*/ 15583 w 201066"/>
                    <a:gd name="connsiteY8" fmla="*/ 274799 h 278196"/>
                    <a:gd name="connsiteX9" fmla="*/ 686 w 201066"/>
                    <a:gd name="connsiteY9" fmla="*/ 246281 h 278196"/>
                    <a:gd name="connsiteX10" fmla="*/ 296 w 201066"/>
                    <a:gd name="connsiteY10" fmla="*/ 241460 h 278196"/>
                    <a:gd name="connsiteX11" fmla="*/ 3398 w 201066"/>
                    <a:gd name="connsiteY11" fmla="*/ 237736 h 278196"/>
                    <a:gd name="connsiteX12" fmla="*/ 31873 w 201066"/>
                    <a:gd name="connsiteY12" fmla="*/ 222839 h 278196"/>
                    <a:gd name="connsiteX13" fmla="*/ 40450 w 201066"/>
                    <a:gd name="connsiteY13" fmla="*/ 225519 h 278196"/>
                    <a:gd name="connsiteX14" fmla="*/ 37781 w 201066"/>
                    <a:gd name="connsiteY14" fmla="*/ 234064 h 278196"/>
                    <a:gd name="connsiteX15" fmla="*/ 22609 w 201066"/>
                    <a:gd name="connsiteY15" fmla="*/ 241988 h 278196"/>
                    <a:gd name="connsiteX16" fmla="*/ 133429 w 201066"/>
                    <a:gd name="connsiteY16" fmla="*/ 221309 h 278196"/>
                    <a:gd name="connsiteX17" fmla="*/ 188449 w 201066"/>
                    <a:gd name="connsiteY17" fmla="*/ 114172 h 278196"/>
                    <a:gd name="connsiteX18" fmla="*/ 139200 w 201066"/>
                    <a:gd name="connsiteY18" fmla="*/ 11254 h 278196"/>
                    <a:gd name="connsiteX19" fmla="*/ 138208 w 201066"/>
                    <a:gd name="connsiteY19" fmla="*/ 2361 h 278196"/>
                    <a:gd name="connsiteX20" fmla="*/ 147123 w 201066"/>
                    <a:gd name="connsiteY20" fmla="*/ 1401 h 278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01066" h="278196">
                      <a:moveTo>
                        <a:pt x="147123" y="1401"/>
                      </a:moveTo>
                      <a:cubicBezTo>
                        <a:pt x="181422" y="29064"/>
                        <a:pt x="201066" y="70167"/>
                        <a:pt x="201066" y="114172"/>
                      </a:cubicBezTo>
                      <a:cubicBezTo>
                        <a:pt x="201066" y="161310"/>
                        <a:pt x="179132" y="204112"/>
                        <a:pt x="140793" y="231596"/>
                      </a:cubicBezTo>
                      <a:cubicBezTo>
                        <a:pt x="115715" y="249595"/>
                        <a:pt x="85858" y="258952"/>
                        <a:pt x="55874" y="258952"/>
                      </a:cubicBezTo>
                      <a:cubicBezTo>
                        <a:pt x="43551" y="258952"/>
                        <a:pt x="31187" y="257370"/>
                        <a:pt x="19118" y="254163"/>
                      </a:cubicBezTo>
                      <a:lnTo>
                        <a:pt x="26830" y="268933"/>
                      </a:lnTo>
                      <a:cubicBezTo>
                        <a:pt x="28423" y="272035"/>
                        <a:pt x="27220" y="275865"/>
                        <a:pt x="24118" y="277478"/>
                      </a:cubicBezTo>
                      <a:cubicBezTo>
                        <a:pt x="23211" y="277964"/>
                        <a:pt x="22219" y="278196"/>
                        <a:pt x="21227" y="278196"/>
                      </a:cubicBezTo>
                      <a:cubicBezTo>
                        <a:pt x="18949" y="278196"/>
                        <a:pt x="16744" y="276962"/>
                        <a:pt x="15583" y="274799"/>
                      </a:cubicBezTo>
                      <a:lnTo>
                        <a:pt x="686" y="246281"/>
                      </a:lnTo>
                      <a:cubicBezTo>
                        <a:pt x="-41" y="244794"/>
                        <a:pt x="-221" y="243064"/>
                        <a:pt x="296" y="241460"/>
                      </a:cubicBezTo>
                      <a:cubicBezTo>
                        <a:pt x="771" y="239856"/>
                        <a:pt x="1889" y="238517"/>
                        <a:pt x="3398" y="237736"/>
                      </a:cubicBezTo>
                      <a:lnTo>
                        <a:pt x="31873" y="222839"/>
                      </a:lnTo>
                      <a:cubicBezTo>
                        <a:pt x="34974" y="221225"/>
                        <a:pt x="38815" y="222427"/>
                        <a:pt x="40450" y="225519"/>
                      </a:cubicBezTo>
                      <a:cubicBezTo>
                        <a:pt x="42043" y="228621"/>
                        <a:pt x="40883" y="232450"/>
                        <a:pt x="37781" y="234064"/>
                      </a:cubicBezTo>
                      <a:lnTo>
                        <a:pt x="22609" y="241988"/>
                      </a:lnTo>
                      <a:cubicBezTo>
                        <a:pt x="60348" y="251926"/>
                        <a:pt x="101156" y="244457"/>
                        <a:pt x="133429" y="221309"/>
                      </a:cubicBezTo>
                      <a:cubicBezTo>
                        <a:pt x="168371" y="196231"/>
                        <a:pt x="188449" y="157186"/>
                        <a:pt x="188449" y="114172"/>
                      </a:cubicBezTo>
                      <a:cubicBezTo>
                        <a:pt x="188449" y="74007"/>
                        <a:pt x="170481" y="36501"/>
                        <a:pt x="139200" y="11254"/>
                      </a:cubicBezTo>
                      <a:cubicBezTo>
                        <a:pt x="136489" y="9060"/>
                        <a:pt x="136056" y="5073"/>
                        <a:pt x="138208" y="2361"/>
                      </a:cubicBezTo>
                      <a:cubicBezTo>
                        <a:pt x="140403" y="-361"/>
                        <a:pt x="144412" y="-794"/>
                        <a:pt x="147123" y="140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n w="40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" name="任意多边形: 形状 47"/>
              <p:cNvSpPr/>
              <p:nvPr/>
            </p:nvSpPr>
            <p:spPr>
              <a:xfrm>
                <a:off x="3218365" y="3571276"/>
                <a:ext cx="483181" cy="193584"/>
              </a:xfrm>
              <a:custGeom>
                <a:avLst/>
                <a:gdLst>
                  <a:gd name="connsiteX0" fmla="*/ 115123 w 483181"/>
                  <a:gd name="connsiteY0" fmla="*/ 39953 h 193584"/>
                  <a:gd name="connsiteX1" fmla="*/ 188025 w 483181"/>
                  <a:gd name="connsiteY1" fmla="*/ 39953 h 193584"/>
                  <a:gd name="connsiteX2" fmla="*/ 270918 w 483181"/>
                  <a:gd name="connsiteY2" fmla="*/ 80868 h 193584"/>
                  <a:gd name="connsiteX3" fmla="*/ 281216 w 483181"/>
                  <a:gd name="connsiteY3" fmla="*/ 111347 h 193584"/>
                  <a:gd name="connsiteX4" fmla="*/ 250757 w 483181"/>
                  <a:gd name="connsiteY4" fmla="*/ 121665 h 193584"/>
                  <a:gd name="connsiteX5" fmla="*/ 178931 w 483181"/>
                  <a:gd name="connsiteY5" fmla="*/ 86195 h 193584"/>
                  <a:gd name="connsiteX6" fmla="*/ 170438 w 483181"/>
                  <a:gd name="connsiteY6" fmla="*/ 89075 h 193584"/>
                  <a:gd name="connsiteX7" fmla="*/ 173328 w 483181"/>
                  <a:gd name="connsiteY7" fmla="*/ 97548 h 193584"/>
                  <a:gd name="connsiteX8" fmla="*/ 245155 w 483181"/>
                  <a:gd name="connsiteY8" fmla="*/ 133017 h 193584"/>
                  <a:gd name="connsiteX9" fmla="*/ 252518 w 483181"/>
                  <a:gd name="connsiteY9" fmla="*/ 135686 h 193584"/>
                  <a:gd name="connsiteX10" fmla="*/ 417703 w 483181"/>
                  <a:gd name="connsiteY10" fmla="*/ 82482 h 193584"/>
                  <a:gd name="connsiteX11" fmla="*/ 450536 w 483181"/>
                  <a:gd name="connsiteY11" fmla="*/ 66023 h 193584"/>
                  <a:gd name="connsiteX12" fmla="*/ 481132 w 483181"/>
                  <a:gd name="connsiteY12" fmla="*/ 77312 h 193584"/>
                  <a:gd name="connsiteX13" fmla="*/ 469632 w 483181"/>
                  <a:gd name="connsiteY13" fmla="*/ 108003 h 193584"/>
                  <a:gd name="connsiteX14" fmla="*/ 313488 w 483181"/>
                  <a:gd name="connsiteY14" fmla="*/ 187635 h 193584"/>
                  <a:gd name="connsiteX15" fmla="*/ 277555 w 483181"/>
                  <a:gd name="connsiteY15" fmla="*/ 192225 h 193584"/>
                  <a:gd name="connsiteX16" fmla="*/ 148515 w 483181"/>
                  <a:gd name="connsiteY16" fmla="*/ 151680 h 193584"/>
                  <a:gd name="connsiteX17" fmla="*/ 115123 w 483181"/>
                  <a:gd name="connsiteY17" fmla="*/ 139695 h 193584"/>
                  <a:gd name="connsiteX18" fmla="*/ 0 w 483181"/>
                  <a:gd name="connsiteY18" fmla="*/ 0 h 193584"/>
                  <a:gd name="connsiteX19" fmla="*/ 102464 w 483181"/>
                  <a:gd name="connsiteY19" fmla="*/ 0 h 193584"/>
                  <a:gd name="connsiteX20" fmla="*/ 102464 w 483181"/>
                  <a:gd name="connsiteY20" fmla="*/ 165997 h 193584"/>
                  <a:gd name="connsiteX21" fmla="*/ 0 w 483181"/>
                  <a:gd name="connsiteY21" fmla="*/ 165997 h 193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83181" h="193584">
                    <a:moveTo>
                      <a:pt x="115123" y="39953"/>
                    </a:moveTo>
                    <a:lnTo>
                      <a:pt x="188025" y="39953"/>
                    </a:lnTo>
                    <a:lnTo>
                      <a:pt x="270918" y="80868"/>
                    </a:lnTo>
                    <a:cubicBezTo>
                      <a:pt x="282165" y="86428"/>
                      <a:pt x="286775" y="100090"/>
                      <a:pt x="281216" y="111347"/>
                    </a:cubicBezTo>
                    <a:cubicBezTo>
                      <a:pt x="275655" y="122594"/>
                      <a:pt x="262003" y="127225"/>
                      <a:pt x="250757" y="121665"/>
                    </a:cubicBezTo>
                    <a:lnTo>
                      <a:pt x="178931" y="86195"/>
                    </a:lnTo>
                    <a:cubicBezTo>
                      <a:pt x="175776" y="84644"/>
                      <a:pt x="171989" y="85942"/>
                      <a:pt x="170438" y="89075"/>
                    </a:cubicBezTo>
                    <a:cubicBezTo>
                      <a:pt x="168887" y="92209"/>
                      <a:pt x="170185" y="96007"/>
                      <a:pt x="173328" y="97548"/>
                    </a:cubicBezTo>
                    <a:lnTo>
                      <a:pt x="245155" y="133017"/>
                    </a:lnTo>
                    <a:cubicBezTo>
                      <a:pt x="247560" y="134199"/>
                      <a:pt x="250019" y="135074"/>
                      <a:pt x="252518" y="135686"/>
                    </a:cubicBezTo>
                    <a:cubicBezTo>
                      <a:pt x="289698" y="148537"/>
                      <a:pt x="363675" y="110376"/>
                      <a:pt x="417703" y="82482"/>
                    </a:cubicBezTo>
                    <a:cubicBezTo>
                      <a:pt x="430670" y="75793"/>
                      <a:pt x="441874" y="70022"/>
                      <a:pt x="450536" y="66023"/>
                    </a:cubicBezTo>
                    <a:cubicBezTo>
                      <a:pt x="462088" y="60706"/>
                      <a:pt x="475835" y="65770"/>
                      <a:pt x="481132" y="77312"/>
                    </a:cubicBezTo>
                    <a:cubicBezTo>
                      <a:pt x="486354" y="88579"/>
                      <a:pt x="481269" y="102062"/>
                      <a:pt x="469632" y="108003"/>
                    </a:cubicBezTo>
                    <a:lnTo>
                      <a:pt x="313488" y="187635"/>
                    </a:lnTo>
                    <a:cubicBezTo>
                      <a:pt x="301936" y="193512"/>
                      <a:pt x="290225" y="195021"/>
                      <a:pt x="277555" y="192225"/>
                    </a:cubicBezTo>
                    <a:cubicBezTo>
                      <a:pt x="233613" y="182498"/>
                      <a:pt x="190346" y="166830"/>
                      <a:pt x="148515" y="151680"/>
                    </a:cubicBezTo>
                    <a:cubicBezTo>
                      <a:pt x="137574" y="147724"/>
                      <a:pt x="126285" y="143641"/>
                      <a:pt x="115123" y="139695"/>
                    </a:cubicBezTo>
                    <a:close/>
                    <a:moveTo>
                      <a:pt x="0" y="0"/>
                    </a:moveTo>
                    <a:lnTo>
                      <a:pt x="102464" y="0"/>
                    </a:lnTo>
                    <a:lnTo>
                      <a:pt x="102464" y="165997"/>
                    </a:lnTo>
                    <a:lnTo>
                      <a:pt x="0" y="16599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7689423" y="2778394"/>
            <a:ext cx="1610045" cy="1328222"/>
            <a:chOff x="9498771" y="2972414"/>
            <a:chExt cx="1610045" cy="1328222"/>
          </a:xfrm>
        </p:grpSpPr>
        <p:sp>
          <p:nvSpPr>
            <p:cNvPr id="53" name="文本框 52"/>
            <p:cNvSpPr txBox="1"/>
            <p:nvPr/>
          </p:nvSpPr>
          <p:spPr>
            <a:xfrm>
              <a:off x="9498771" y="3931304"/>
              <a:ext cx="16100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2">
                      <a:lumMod val="75000"/>
                    </a:schemeClr>
                  </a:solidFill>
                </a:rPr>
                <a:t>质量评估模块 </a:t>
              </a:r>
              <a:endParaRPr lang="zh-CN" altLang="en-US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9891906" y="2972414"/>
              <a:ext cx="802548" cy="802548"/>
            </a:xfrm>
            <a:prstGeom prst="ellipse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10160207" y="3181861"/>
              <a:ext cx="360709" cy="383178"/>
              <a:chOff x="13093101" y="2078729"/>
              <a:chExt cx="597025" cy="634215"/>
            </a:xfrm>
          </p:grpSpPr>
          <p:sp>
            <p:nvSpPr>
              <p:cNvPr id="56" name="任意多边形: 形状 55"/>
              <p:cNvSpPr/>
              <p:nvPr/>
            </p:nvSpPr>
            <p:spPr>
              <a:xfrm>
                <a:off x="13437340" y="2387333"/>
                <a:ext cx="252786" cy="271387"/>
              </a:xfrm>
              <a:custGeom>
                <a:avLst/>
                <a:gdLst>
                  <a:gd name="connsiteX0" fmla="*/ 85519 w 252786"/>
                  <a:gd name="connsiteY0" fmla="*/ 166988 h 271387"/>
                  <a:gd name="connsiteX1" fmla="*/ 110763 w 252786"/>
                  <a:gd name="connsiteY1" fmla="*/ 248619 h 271387"/>
                  <a:gd name="connsiteX2" fmla="*/ 109489 w 252786"/>
                  <a:gd name="connsiteY2" fmla="*/ 261995 h 271387"/>
                  <a:gd name="connsiteX3" fmla="*/ 99158 w 252786"/>
                  <a:gd name="connsiteY3" fmla="*/ 270608 h 271387"/>
                  <a:gd name="connsiteX4" fmla="*/ 85768 w 252786"/>
                  <a:gd name="connsiteY4" fmla="*/ 269321 h 271387"/>
                  <a:gd name="connsiteX5" fmla="*/ 77169 w 252786"/>
                  <a:gd name="connsiteY5" fmla="*/ 259004 h 271387"/>
                  <a:gd name="connsiteX6" fmla="*/ 51925 w 252786"/>
                  <a:gd name="connsiteY6" fmla="*/ 177373 h 271387"/>
                  <a:gd name="connsiteX7" fmla="*/ 113976 w 252786"/>
                  <a:gd name="connsiteY7" fmla="*/ 158195 h 271387"/>
                  <a:gd name="connsiteX8" fmla="*/ 121274 w 252786"/>
                  <a:gd name="connsiteY8" fmla="*/ 181818 h 271387"/>
                  <a:gd name="connsiteX9" fmla="*/ 119335 w 252786"/>
                  <a:gd name="connsiteY9" fmla="*/ 196344 h 271387"/>
                  <a:gd name="connsiteX10" fmla="*/ 113727 w 252786"/>
                  <a:gd name="connsiteY10" fmla="*/ 201925 h 271387"/>
                  <a:gd name="connsiteX11" fmla="*/ 101416 w 252786"/>
                  <a:gd name="connsiteY11" fmla="*/ 162086 h 271387"/>
                  <a:gd name="connsiteX12" fmla="*/ 8694 w 252786"/>
                  <a:gd name="connsiteY12" fmla="*/ 126996 h 271387"/>
                  <a:gd name="connsiteX13" fmla="*/ 21295 w 252786"/>
                  <a:gd name="connsiteY13" fmla="*/ 167749 h 271387"/>
                  <a:gd name="connsiteX14" fmla="*/ 1022 w 252786"/>
                  <a:gd name="connsiteY14" fmla="*/ 151714 h 271387"/>
                  <a:gd name="connsiteX15" fmla="*/ 8694 w 252786"/>
                  <a:gd name="connsiteY15" fmla="*/ 126996 h 271387"/>
                  <a:gd name="connsiteX16" fmla="*/ 95516 w 252786"/>
                  <a:gd name="connsiteY16" fmla="*/ 98498 h 271387"/>
                  <a:gd name="connsiteX17" fmla="*/ 109059 w 252786"/>
                  <a:gd name="connsiteY17" fmla="*/ 142325 h 271387"/>
                  <a:gd name="connsiteX18" fmla="*/ 37648 w 252786"/>
                  <a:gd name="connsiteY18" fmla="*/ 164398 h 271387"/>
                  <a:gd name="connsiteX19" fmla="*/ 24105 w 252786"/>
                  <a:gd name="connsiteY19" fmla="*/ 120571 h 271387"/>
                  <a:gd name="connsiteX20" fmla="*/ 227830 w 252786"/>
                  <a:gd name="connsiteY20" fmla="*/ 56166 h 271387"/>
                  <a:gd name="connsiteX21" fmla="*/ 251634 w 252786"/>
                  <a:gd name="connsiteY21" fmla="*/ 74251 h 271387"/>
                  <a:gd name="connsiteX22" fmla="*/ 242190 w 252786"/>
                  <a:gd name="connsiteY22" fmla="*/ 102611 h 271387"/>
                  <a:gd name="connsiteX23" fmla="*/ 162055 w 252786"/>
                  <a:gd name="connsiteY23" fmla="*/ 37708 h 271387"/>
                  <a:gd name="connsiteX24" fmla="*/ 198307 w 252786"/>
                  <a:gd name="connsiteY24" fmla="*/ 154954 h 271387"/>
                  <a:gd name="connsiteX25" fmla="*/ 125927 w 252786"/>
                  <a:gd name="connsiteY25" fmla="*/ 140622 h 271387"/>
                  <a:gd name="connsiteX26" fmla="*/ 110390 w 252786"/>
                  <a:gd name="connsiteY26" fmla="*/ 90383 h 271387"/>
                  <a:gd name="connsiteX27" fmla="*/ 180610 w 252786"/>
                  <a:gd name="connsiteY27" fmla="*/ 541 h 271387"/>
                  <a:gd name="connsiteX28" fmla="*/ 189805 w 252786"/>
                  <a:gd name="connsiteY28" fmla="*/ 1413 h 271387"/>
                  <a:gd name="connsiteX29" fmla="*/ 195704 w 252786"/>
                  <a:gd name="connsiteY29" fmla="*/ 8503 h 271387"/>
                  <a:gd name="connsiteX30" fmla="*/ 242564 w 252786"/>
                  <a:gd name="connsiteY30" fmla="*/ 160050 h 271387"/>
                  <a:gd name="connsiteX31" fmla="*/ 241678 w 252786"/>
                  <a:gd name="connsiteY31" fmla="*/ 169245 h 271387"/>
                  <a:gd name="connsiteX32" fmla="*/ 234588 w 252786"/>
                  <a:gd name="connsiteY32" fmla="*/ 175158 h 271387"/>
                  <a:gd name="connsiteX33" fmla="*/ 224839 w 252786"/>
                  <a:gd name="connsiteY33" fmla="*/ 174050 h 271387"/>
                  <a:gd name="connsiteX34" fmla="*/ 218303 w 252786"/>
                  <a:gd name="connsiteY34" fmla="*/ 163346 h 271387"/>
                  <a:gd name="connsiteX35" fmla="*/ 172634 w 252786"/>
                  <a:gd name="connsiteY35" fmla="*/ 15649 h 271387"/>
                  <a:gd name="connsiteX36" fmla="*/ 180610 w 252786"/>
                  <a:gd name="connsiteY36" fmla="*/ 541 h 271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52786" h="271387">
                    <a:moveTo>
                      <a:pt x="85519" y="166988"/>
                    </a:moveTo>
                    <a:lnTo>
                      <a:pt x="110763" y="248619"/>
                    </a:lnTo>
                    <a:cubicBezTo>
                      <a:pt x="112147" y="253078"/>
                      <a:pt x="111690" y="257827"/>
                      <a:pt x="109489" y="261995"/>
                    </a:cubicBezTo>
                    <a:cubicBezTo>
                      <a:pt x="107287" y="266163"/>
                      <a:pt x="103617" y="269224"/>
                      <a:pt x="99158" y="270608"/>
                    </a:cubicBezTo>
                    <a:cubicBezTo>
                      <a:pt x="94699" y="271979"/>
                      <a:pt x="89950" y="271536"/>
                      <a:pt x="85768" y="269321"/>
                    </a:cubicBezTo>
                    <a:cubicBezTo>
                      <a:pt x="81600" y="267133"/>
                      <a:pt x="78539" y="263463"/>
                      <a:pt x="77169" y="259004"/>
                    </a:cubicBezTo>
                    <a:lnTo>
                      <a:pt x="51925" y="177373"/>
                    </a:lnTo>
                    <a:close/>
                    <a:moveTo>
                      <a:pt x="113976" y="158195"/>
                    </a:moveTo>
                    <a:lnTo>
                      <a:pt x="121274" y="181818"/>
                    </a:lnTo>
                    <a:cubicBezTo>
                      <a:pt x="122783" y="186693"/>
                      <a:pt x="122077" y="191996"/>
                      <a:pt x="119335" y="196344"/>
                    </a:cubicBezTo>
                    <a:cubicBezTo>
                      <a:pt x="117895" y="198643"/>
                      <a:pt x="115956" y="200526"/>
                      <a:pt x="113727" y="201925"/>
                    </a:cubicBezTo>
                    <a:lnTo>
                      <a:pt x="101416" y="162086"/>
                    </a:lnTo>
                    <a:close/>
                    <a:moveTo>
                      <a:pt x="8694" y="126996"/>
                    </a:moveTo>
                    <a:lnTo>
                      <a:pt x="21295" y="167749"/>
                    </a:lnTo>
                    <a:cubicBezTo>
                      <a:pt x="12128" y="167057"/>
                      <a:pt x="3889" y="160950"/>
                      <a:pt x="1022" y="151714"/>
                    </a:cubicBezTo>
                    <a:cubicBezTo>
                      <a:pt x="-1844" y="142436"/>
                      <a:pt x="1507" y="132701"/>
                      <a:pt x="8694" y="126996"/>
                    </a:cubicBezTo>
                    <a:close/>
                    <a:moveTo>
                      <a:pt x="95516" y="98498"/>
                    </a:moveTo>
                    <a:lnTo>
                      <a:pt x="109059" y="142325"/>
                    </a:lnTo>
                    <a:lnTo>
                      <a:pt x="37648" y="164398"/>
                    </a:lnTo>
                    <a:lnTo>
                      <a:pt x="24105" y="120571"/>
                    </a:lnTo>
                    <a:close/>
                    <a:moveTo>
                      <a:pt x="227830" y="56166"/>
                    </a:moveTo>
                    <a:cubicBezTo>
                      <a:pt x="238507" y="56485"/>
                      <a:pt x="248311" y="63478"/>
                      <a:pt x="251634" y="74251"/>
                    </a:cubicBezTo>
                    <a:cubicBezTo>
                      <a:pt x="254971" y="85011"/>
                      <a:pt x="250831" y="96310"/>
                      <a:pt x="242190" y="102611"/>
                    </a:cubicBezTo>
                    <a:close/>
                    <a:moveTo>
                      <a:pt x="162055" y="37708"/>
                    </a:moveTo>
                    <a:lnTo>
                      <a:pt x="198307" y="154954"/>
                    </a:lnTo>
                    <a:lnTo>
                      <a:pt x="125927" y="140622"/>
                    </a:lnTo>
                    <a:lnTo>
                      <a:pt x="110390" y="90383"/>
                    </a:lnTo>
                    <a:close/>
                    <a:moveTo>
                      <a:pt x="180610" y="541"/>
                    </a:moveTo>
                    <a:cubicBezTo>
                      <a:pt x="183671" y="-414"/>
                      <a:pt x="186925" y="-96"/>
                      <a:pt x="189805" y="1413"/>
                    </a:cubicBezTo>
                    <a:cubicBezTo>
                      <a:pt x="192671" y="2923"/>
                      <a:pt x="194762" y="5443"/>
                      <a:pt x="195704" y="8503"/>
                    </a:cubicBezTo>
                    <a:lnTo>
                      <a:pt x="242564" y="160050"/>
                    </a:lnTo>
                    <a:cubicBezTo>
                      <a:pt x="243505" y="163110"/>
                      <a:pt x="243187" y="166378"/>
                      <a:pt x="241678" y="169245"/>
                    </a:cubicBezTo>
                    <a:cubicBezTo>
                      <a:pt x="240168" y="172111"/>
                      <a:pt x="237648" y="174216"/>
                      <a:pt x="234588" y="175158"/>
                    </a:cubicBezTo>
                    <a:cubicBezTo>
                      <a:pt x="229340" y="176778"/>
                      <a:pt x="226515" y="175296"/>
                      <a:pt x="224839" y="174050"/>
                    </a:cubicBezTo>
                    <a:cubicBezTo>
                      <a:pt x="222125" y="172014"/>
                      <a:pt x="219799" y="168220"/>
                      <a:pt x="218303" y="163346"/>
                    </a:cubicBezTo>
                    <a:lnTo>
                      <a:pt x="172634" y="15649"/>
                    </a:lnTo>
                    <a:cubicBezTo>
                      <a:pt x="170668" y="9293"/>
                      <a:pt x="174240" y="2507"/>
                      <a:pt x="180610" y="54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n w="4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13093101" y="2078729"/>
                <a:ext cx="424938" cy="634215"/>
              </a:xfrm>
              <a:custGeom>
                <a:avLst/>
                <a:gdLst>
                  <a:gd name="connsiteX0" fmla="*/ 93595 w 424938"/>
                  <a:gd name="connsiteY0" fmla="*/ 583782 h 634215"/>
                  <a:gd name="connsiteX1" fmla="*/ 85287 w 424938"/>
                  <a:gd name="connsiteY1" fmla="*/ 592091 h 634215"/>
                  <a:gd name="connsiteX2" fmla="*/ 93595 w 424938"/>
                  <a:gd name="connsiteY2" fmla="*/ 600399 h 634215"/>
                  <a:gd name="connsiteX3" fmla="*/ 376471 w 424938"/>
                  <a:gd name="connsiteY3" fmla="*/ 600399 h 634215"/>
                  <a:gd name="connsiteX4" fmla="*/ 384780 w 424938"/>
                  <a:gd name="connsiteY4" fmla="*/ 592091 h 634215"/>
                  <a:gd name="connsiteX5" fmla="*/ 376471 w 424938"/>
                  <a:gd name="connsiteY5" fmla="*/ 583782 h 634215"/>
                  <a:gd name="connsiteX6" fmla="*/ 42070 w 424938"/>
                  <a:gd name="connsiteY6" fmla="*/ 583782 h 634215"/>
                  <a:gd name="connsiteX7" fmla="*/ 50378 w 424938"/>
                  <a:gd name="connsiteY7" fmla="*/ 592091 h 634215"/>
                  <a:gd name="connsiteX8" fmla="*/ 42070 w 424938"/>
                  <a:gd name="connsiteY8" fmla="*/ 600399 h 634215"/>
                  <a:gd name="connsiteX9" fmla="*/ 33761 w 424938"/>
                  <a:gd name="connsiteY9" fmla="*/ 592091 h 634215"/>
                  <a:gd name="connsiteX10" fmla="*/ 42070 w 424938"/>
                  <a:gd name="connsiteY10" fmla="*/ 583782 h 634215"/>
                  <a:gd name="connsiteX11" fmla="*/ 42069 w 424938"/>
                  <a:gd name="connsiteY11" fmla="*/ 571319 h 634215"/>
                  <a:gd name="connsiteX12" fmla="*/ 21297 w 424938"/>
                  <a:gd name="connsiteY12" fmla="*/ 592091 h 634215"/>
                  <a:gd name="connsiteX13" fmla="*/ 42069 w 424938"/>
                  <a:gd name="connsiteY13" fmla="*/ 612862 h 634215"/>
                  <a:gd name="connsiteX14" fmla="*/ 62840 w 424938"/>
                  <a:gd name="connsiteY14" fmla="*/ 592091 h 634215"/>
                  <a:gd name="connsiteX15" fmla="*/ 42069 w 424938"/>
                  <a:gd name="connsiteY15" fmla="*/ 571319 h 634215"/>
                  <a:gd name="connsiteX16" fmla="*/ 93595 w 424938"/>
                  <a:gd name="connsiteY16" fmla="*/ 520721 h 634215"/>
                  <a:gd name="connsiteX17" fmla="*/ 85287 w 424938"/>
                  <a:gd name="connsiteY17" fmla="*/ 529029 h 634215"/>
                  <a:gd name="connsiteX18" fmla="*/ 93595 w 424938"/>
                  <a:gd name="connsiteY18" fmla="*/ 537338 h 634215"/>
                  <a:gd name="connsiteX19" fmla="*/ 354869 w 424938"/>
                  <a:gd name="connsiteY19" fmla="*/ 537338 h 634215"/>
                  <a:gd name="connsiteX20" fmla="*/ 363178 w 424938"/>
                  <a:gd name="connsiteY20" fmla="*/ 529029 h 634215"/>
                  <a:gd name="connsiteX21" fmla="*/ 354869 w 424938"/>
                  <a:gd name="connsiteY21" fmla="*/ 520721 h 634215"/>
                  <a:gd name="connsiteX22" fmla="*/ 42083 w 424938"/>
                  <a:gd name="connsiteY22" fmla="*/ 520721 h 634215"/>
                  <a:gd name="connsiteX23" fmla="*/ 50392 w 424938"/>
                  <a:gd name="connsiteY23" fmla="*/ 529029 h 634215"/>
                  <a:gd name="connsiteX24" fmla="*/ 42083 w 424938"/>
                  <a:gd name="connsiteY24" fmla="*/ 537338 h 634215"/>
                  <a:gd name="connsiteX25" fmla="*/ 33775 w 424938"/>
                  <a:gd name="connsiteY25" fmla="*/ 529029 h 634215"/>
                  <a:gd name="connsiteX26" fmla="*/ 42083 w 424938"/>
                  <a:gd name="connsiteY26" fmla="*/ 520721 h 634215"/>
                  <a:gd name="connsiteX27" fmla="*/ 42069 w 424938"/>
                  <a:gd name="connsiteY27" fmla="*/ 508258 h 634215"/>
                  <a:gd name="connsiteX28" fmla="*/ 21297 w 424938"/>
                  <a:gd name="connsiteY28" fmla="*/ 529029 h 634215"/>
                  <a:gd name="connsiteX29" fmla="*/ 42069 w 424938"/>
                  <a:gd name="connsiteY29" fmla="*/ 549800 h 634215"/>
                  <a:gd name="connsiteX30" fmla="*/ 62840 w 424938"/>
                  <a:gd name="connsiteY30" fmla="*/ 529029 h 634215"/>
                  <a:gd name="connsiteX31" fmla="*/ 42069 w 424938"/>
                  <a:gd name="connsiteY31" fmla="*/ 508258 h 634215"/>
                  <a:gd name="connsiteX32" fmla="*/ 93595 w 424938"/>
                  <a:gd name="connsiteY32" fmla="*/ 457659 h 634215"/>
                  <a:gd name="connsiteX33" fmla="*/ 85287 w 424938"/>
                  <a:gd name="connsiteY33" fmla="*/ 465968 h 634215"/>
                  <a:gd name="connsiteX34" fmla="*/ 93595 w 424938"/>
                  <a:gd name="connsiteY34" fmla="*/ 474276 h 634215"/>
                  <a:gd name="connsiteX35" fmla="*/ 304021 w 424938"/>
                  <a:gd name="connsiteY35" fmla="*/ 474276 h 634215"/>
                  <a:gd name="connsiteX36" fmla="*/ 312330 w 424938"/>
                  <a:gd name="connsiteY36" fmla="*/ 465968 h 634215"/>
                  <a:gd name="connsiteX37" fmla="*/ 304021 w 424938"/>
                  <a:gd name="connsiteY37" fmla="*/ 457659 h 634215"/>
                  <a:gd name="connsiteX38" fmla="*/ 42083 w 424938"/>
                  <a:gd name="connsiteY38" fmla="*/ 457659 h 634215"/>
                  <a:gd name="connsiteX39" fmla="*/ 50392 w 424938"/>
                  <a:gd name="connsiteY39" fmla="*/ 465968 h 634215"/>
                  <a:gd name="connsiteX40" fmla="*/ 42083 w 424938"/>
                  <a:gd name="connsiteY40" fmla="*/ 474276 h 634215"/>
                  <a:gd name="connsiteX41" fmla="*/ 33775 w 424938"/>
                  <a:gd name="connsiteY41" fmla="*/ 465968 h 634215"/>
                  <a:gd name="connsiteX42" fmla="*/ 42083 w 424938"/>
                  <a:gd name="connsiteY42" fmla="*/ 457659 h 634215"/>
                  <a:gd name="connsiteX43" fmla="*/ 42069 w 424938"/>
                  <a:gd name="connsiteY43" fmla="*/ 445197 h 634215"/>
                  <a:gd name="connsiteX44" fmla="*/ 21297 w 424938"/>
                  <a:gd name="connsiteY44" fmla="*/ 465968 h 634215"/>
                  <a:gd name="connsiteX45" fmla="*/ 42069 w 424938"/>
                  <a:gd name="connsiteY45" fmla="*/ 486739 h 634215"/>
                  <a:gd name="connsiteX46" fmla="*/ 62840 w 424938"/>
                  <a:gd name="connsiteY46" fmla="*/ 465968 h 634215"/>
                  <a:gd name="connsiteX47" fmla="*/ 42069 w 424938"/>
                  <a:gd name="connsiteY47" fmla="*/ 445197 h 634215"/>
                  <a:gd name="connsiteX48" fmla="*/ 93609 w 424938"/>
                  <a:gd name="connsiteY48" fmla="*/ 394584 h 634215"/>
                  <a:gd name="connsiteX49" fmla="*/ 85300 w 424938"/>
                  <a:gd name="connsiteY49" fmla="*/ 402892 h 634215"/>
                  <a:gd name="connsiteX50" fmla="*/ 93609 w 424938"/>
                  <a:gd name="connsiteY50" fmla="*/ 411201 h 634215"/>
                  <a:gd name="connsiteX51" fmla="*/ 294259 w 424938"/>
                  <a:gd name="connsiteY51" fmla="*/ 411201 h 634215"/>
                  <a:gd name="connsiteX52" fmla="*/ 302567 w 424938"/>
                  <a:gd name="connsiteY52" fmla="*/ 402892 h 634215"/>
                  <a:gd name="connsiteX53" fmla="*/ 294259 w 424938"/>
                  <a:gd name="connsiteY53" fmla="*/ 394584 h 634215"/>
                  <a:gd name="connsiteX54" fmla="*/ 42083 w 424938"/>
                  <a:gd name="connsiteY54" fmla="*/ 394584 h 634215"/>
                  <a:gd name="connsiteX55" fmla="*/ 50392 w 424938"/>
                  <a:gd name="connsiteY55" fmla="*/ 402892 h 634215"/>
                  <a:gd name="connsiteX56" fmla="*/ 42083 w 424938"/>
                  <a:gd name="connsiteY56" fmla="*/ 411201 h 634215"/>
                  <a:gd name="connsiteX57" fmla="*/ 33775 w 424938"/>
                  <a:gd name="connsiteY57" fmla="*/ 402892 h 634215"/>
                  <a:gd name="connsiteX58" fmla="*/ 42083 w 424938"/>
                  <a:gd name="connsiteY58" fmla="*/ 394584 h 634215"/>
                  <a:gd name="connsiteX59" fmla="*/ 42069 w 424938"/>
                  <a:gd name="connsiteY59" fmla="*/ 382121 h 634215"/>
                  <a:gd name="connsiteX60" fmla="*/ 21297 w 424938"/>
                  <a:gd name="connsiteY60" fmla="*/ 402892 h 634215"/>
                  <a:gd name="connsiteX61" fmla="*/ 42069 w 424938"/>
                  <a:gd name="connsiteY61" fmla="*/ 423664 h 634215"/>
                  <a:gd name="connsiteX62" fmla="*/ 62840 w 424938"/>
                  <a:gd name="connsiteY62" fmla="*/ 402892 h 634215"/>
                  <a:gd name="connsiteX63" fmla="*/ 42069 w 424938"/>
                  <a:gd name="connsiteY63" fmla="*/ 382121 h 634215"/>
                  <a:gd name="connsiteX64" fmla="*/ 221103 w 424938"/>
                  <a:gd name="connsiteY64" fmla="*/ 331523 h 634215"/>
                  <a:gd name="connsiteX65" fmla="*/ 212794 w 424938"/>
                  <a:gd name="connsiteY65" fmla="*/ 339831 h 634215"/>
                  <a:gd name="connsiteX66" fmla="*/ 221103 w 424938"/>
                  <a:gd name="connsiteY66" fmla="*/ 348140 h 634215"/>
                  <a:gd name="connsiteX67" fmla="*/ 394141 w 424938"/>
                  <a:gd name="connsiteY67" fmla="*/ 348140 h 634215"/>
                  <a:gd name="connsiteX68" fmla="*/ 402449 w 424938"/>
                  <a:gd name="connsiteY68" fmla="*/ 339831 h 634215"/>
                  <a:gd name="connsiteX69" fmla="*/ 394141 w 424938"/>
                  <a:gd name="connsiteY69" fmla="*/ 331523 h 634215"/>
                  <a:gd name="connsiteX70" fmla="*/ 221103 w 424938"/>
                  <a:gd name="connsiteY70" fmla="*/ 268461 h 634215"/>
                  <a:gd name="connsiteX71" fmla="*/ 212794 w 424938"/>
                  <a:gd name="connsiteY71" fmla="*/ 276770 h 634215"/>
                  <a:gd name="connsiteX72" fmla="*/ 221103 w 424938"/>
                  <a:gd name="connsiteY72" fmla="*/ 285078 h 634215"/>
                  <a:gd name="connsiteX73" fmla="*/ 394141 w 424938"/>
                  <a:gd name="connsiteY73" fmla="*/ 285078 h 634215"/>
                  <a:gd name="connsiteX74" fmla="*/ 402449 w 424938"/>
                  <a:gd name="connsiteY74" fmla="*/ 276770 h 634215"/>
                  <a:gd name="connsiteX75" fmla="*/ 394141 w 424938"/>
                  <a:gd name="connsiteY75" fmla="*/ 268461 h 634215"/>
                  <a:gd name="connsiteX76" fmla="*/ 133476 w 424938"/>
                  <a:gd name="connsiteY76" fmla="*/ 223401 h 634215"/>
                  <a:gd name="connsiteX77" fmla="*/ 179173 w 424938"/>
                  <a:gd name="connsiteY77" fmla="*/ 276770 h 634215"/>
                  <a:gd name="connsiteX78" fmla="*/ 125167 w 424938"/>
                  <a:gd name="connsiteY78" fmla="*/ 330775 h 634215"/>
                  <a:gd name="connsiteX79" fmla="*/ 71799 w 424938"/>
                  <a:gd name="connsiteY79" fmla="*/ 285078 h 634215"/>
                  <a:gd name="connsiteX80" fmla="*/ 125167 w 424938"/>
                  <a:gd name="connsiteY80" fmla="*/ 285078 h 634215"/>
                  <a:gd name="connsiteX81" fmla="*/ 133476 w 424938"/>
                  <a:gd name="connsiteY81" fmla="*/ 276770 h 634215"/>
                  <a:gd name="connsiteX82" fmla="*/ 125167 w 424938"/>
                  <a:gd name="connsiteY82" fmla="*/ 206147 h 634215"/>
                  <a:gd name="connsiteX83" fmla="*/ 116859 w 424938"/>
                  <a:gd name="connsiteY83" fmla="*/ 214456 h 634215"/>
                  <a:gd name="connsiteX84" fmla="*/ 116859 w 424938"/>
                  <a:gd name="connsiteY84" fmla="*/ 268461 h 634215"/>
                  <a:gd name="connsiteX85" fmla="*/ 62854 w 424938"/>
                  <a:gd name="connsiteY85" fmla="*/ 268461 h 634215"/>
                  <a:gd name="connsiteX86" fmla="*/ 54545 w 424938"/>
                  <a:gd name="connsiteY86" fmla="*/ 276770 h 634215"/>
                  <a:gd name="connsiteX87" fmla="*/ 125167 w 424938"/>
                  <a:gd name="connsiteY87" fmla="*/ 347392 h 634215"/>
                  <a:gd name="connsiteX88" fmla="*/ 195790 w 424938"/>
                  <a:gd name="connsiteY88" fmla="*/ 276770 h 634215"/>
                  <a:gd name="connsiteX89" fmla="*/ 125167 w 424938"/>
                  <a:gd name="connsiteY89" fmla="*/ 206147 h 634215"/>
                  <a:gd name="connsiteX90" fmla="*/ 221103 w 424938"/>
                  <a:gd name="connsiteY90" fmla="*/ 205400 h 634215"/>
                  <a:gd name="connsiteX91" fmla="*/ 212794 w 424938"/>
                  <a:gd name="connsiteY91" fmla="*/ 213708 h 634215"/>
                  <a:gd name="connsiteX92" fmla="*/ 221103 w 424938"/>
                  <a:gd name="connsiteY92" fmla="*/ 222017 h 634215"/>
                  <a:gd name="connsiteX93" fmla="*/ 394141 w 424938"/>
                  <a:gd name="connsiteY93" fmla="*/ 222017 h 634215"/>
                  <a:gd name="connsiteX94" fmla="*/ 402449 w 424938"/>
                  <a:gd name="connsiteY94" fmla="*/ 213708 h 634215"/>
                  <a:gd name="connsiteX95" fmla="*/ 394141 w 424938"/>
                  <a:gd name="connsiteY95" fmla="*/ 205400 h 634215"/>
                  <a:gd name="connsiteX96" fmla="*/ 86741 w 424938"/>
                  <a:gd name="connsiteY96" fmla="*/ 194322 h 634215"/>
                  <a:gd name="connsiteX97" fmla="*/ 86741 w 424938"/>
                  <a:gd name="connsiteY97" fmla="*/ 239381 h 634215"/>
                  <a:gd name="connsiteX98" fmla="*/ 41681 w 424938"/>
                  <a:gd name="connsiteY98" fmla="*/ 239381 h 634215"/>
                  <a:gd name="connsiteX99" fmla="*/ 86741 w 424938"/>
                  <a:gd name="connsiteY99" fmla="*/ 194322 h 634215"/>
                  <a:gd name="connsiteX100" fmla="*/ 95049 w 424938"/>
                  <a:gd name="connsiteY100" fmla="*/ 177068 h 634215"/>
                  <a:gd name="connsiteX101" fmla="*/ 24427 w 424938"/>
                  <a:gd name="connsiteY101" fmla="*/ 247690 h 634215"/>
                  <a:gd name="connsiteX102" fmla="*/ 32735 w 424938"/>
                  <a:gd name="connsiteY102" fmla="*/ 255998 h 634215"/>
                  <a:gd name="connsiteX103" fmla="*/ 95049 w 424938"/>
                  <a:gd name="connsiteY103" fmla="*/ 255998 h 634215"/>
                  <a:gd name="connsiteX104" fmla="*/ 103358 w 424938"/>
                  <a:gd name="connsiteY104" fmla="*/ 247690 h 634215"/>
                  <a:gd name="connsiteX105" fmla="*/ 103358 w 424938"/>
                  <a:gd name="connsiteY105" fmla="*/ 185376 h 634215"/>
                  <a:gd name="connsiteX106" fmla="*/ 95049 w 424938"/>
                  <a:gd name="connsiteY106" fmla="*/ 177068 h 634215"/>
                  <a:gd name="connsiteX107" fmla="*/ 335981 w 424938"/>
                  <a:gd name="connsiteY107" fmla="*/ 83902 h 634215"/>
                  <a:gd name="connsiteX108" fmla="*/ 397367 w 424938"/>
                  <a:gd name="connsiteY108" fmla="*/ 84331 h 634215"/>
                  <a:gd name="connsiteX109" fmla="*/ 424938 w 424938"/>
                  <a:gd name="connsiteY109" fmla="*/ 115654 h 634215"/>
                  <a:gd name="connsiteX110" fmla="*/ 424938 w 424938"/>
                  <a:gd name="connsiteY110" fmla="*/ 394293 h 634215"/>
                  <a:gd name="connsiteX111" fmla="*/ 355493 w 424938"/>
                  <a:gd name="connsiteY111" fmla="*/ 415757 h 634215"/>
                  <a:gd name="connsiteX112" fmla="*/ 329376 w 424938"/>
                  <a:gd name="connsiteY112" fmla="*/ 465234 h 634215"/>
                  <a:gd name="connsiteX113" fmla="*/ 367277 w 424938"/>
                  <a:gd name="connsiteY113" fmla="*/ 493053 h 634215"/>
                  <a:gd name="connsiteX114" fmla="*/ 379061 w 424938"/>
                  <a:gd name="connsiteY114" fmla="*/ 491267 h 634215"/>
                  <a:gd name="connsiteX115" fmla="*/ 380293 w 424938"/>
                  <a:gd name="connsiteY115" fmla="*/ 490893 h 634215"/>
                  <a:gd name="connsiteX116" fmla="*/ 405523 w 424938"/>
                  <a:gd name="connsiteY116" fmla="*/ 572510 h 634215"/>
                  <a:gd name="connsiteX117" fmla="*/ 422251 w 424938"/>
                  <a:gd name="connsiteY117" fmla="*/ 592631 h 634215"/>
                  <a:gd name="connsiteX118" fmla="*/ 424924 w 424938"/>
                  <a:gd name="connsiteY118" fmla="*/ 593877 h 634215"/>
                  <a:gd name="connsiteX119" fmla="*/ 424924 w 424938"/>
                  <a:gd name="connsiteY119" fmla="*/ 602878 h 634215"/>
                  <a:gd name="connsiteX120" fmla="*/ 397409 w 424938"/>
                  <a:gd name="connsiteY120" fmla="*/ 634215 h 634215"/>
                  <a:gd name="connsiteX121" fmla="*/ 27515 w 424938"/>
                  <a:gd name="connsiteY121" fmla="*/ 634215 h 634215"/>
                  <a:gd name="connsiteX122" fmla="*/ 0 w 424938"/>
                  <a:gd name="connsiteY122" fmla="*/ 602878 h 634215"/>
                  <a:gd name="connsiteX123" fmla="*/ 0 w 424938"/>
                  <a:gd name="connsiteY123" fmla="*/ 115654 h 634215"/>
                  <a:gd name="connsiteX124" fmla="*/ 27515 w 424938"/>
                  <a:gd name="connsiteY124" fmla="*/ 84331 h 634215"/>
                  <a:gd name="connsiteX125" fmla="*/ 88929 w 424938"/>
                  <a:gd name="connsiteY125" fmla="*/ 84331 h 634215"/>
                  <a:gd name="connsiteX126" fmla="*/ 88887 w 424938"/>
                  <a:gd name="connsiteY126" fmla="*/ 86117 h 634215"/>
                  <a:gd name="connsiteX127" fmla="*/ 88887 w 424938"/>
                  <a:gd name="connsiteY127" fmla="*/ 117828 h 634215"/>
                  <a:gd name="connsiteX128" fmla="*/ 119988 w 424938"/>
                  <a:gd name="connsiteY128" fmla="*/ 151367 h 634215"/>
                  <a:gd name="connsiteX129" fmla="*/ 304963 w 424938"/>
                  <a:gd name="connsiteY129" fmla="*/ 151367 h 634215"/>
                  <a:gd name="connsiteX130" fmla="*/ 336065 w 424938"/>
                  <a:gd name="connsiteY130" fmla="*/ 117828 h 634215"/>
                  <a:gd name="connsiteX131" fmla="*/ 336065 w 424938"/>
                  <a:gd name="connsiteY131" fmla="*/ 86117 h 634215"/>
                  <a:gd name="connsiteX132" fmla="*/ 335981 w 424938"/>
                  <a:gd name="connsiteY132" fmla="*/ 83902 h 634215"/>
                  <a:gd name="connsiteX133" fmla="*/ 119988 w 424938"/>
                  <a:gd name="connsiteY133" fmla="*/ 69196 h 634215"/>
                  <a:gd name="connsiteX134" fmla="*/ 304949 w 424938"/>
                  <a:gd name="connsiteY134" fmla="*/ 69196 h 634215"/>
                  <a:gd name="connsiteX135" fmla="*/ 319434 w 424938"/>
                  <a:gd name="connsiteY135" fmla="*/ 86117 h 634215"/>
                  <a:gd name="connsiteX136" fmla="*/ 319434 w 424938"/>
                  <a:gd name="connsiteY136" fmla="*/ 117828 h 634215"/>
                  <a:gd name="connsiteX137" fmla="*/ 304949 w 424938"/>
                  <a:gd name="connsiteY137" fmla="*/ 134736 h 634215"/>
                  <a:gd name="connsiteX138" fmla="*/ 119988 w 424938"/>
                  <a:gd name="connsiteY138" fmla="*/ 134736 h 634215"/>
                  <a:gd name="connsiteX139" fmla="*/ 105504 w 424938"/>
                  <a:gd name="connsiteY139" fmla="*/ 117828 h 634215"/>
                  <a:gd name="connsiteX140" fmla="*/ 105504 w 424938"/>
                  <a:gd name="connsiteY140" fmla="*/ 86117 h 634215"/>
                  <a:gd name="connsiteX141" fmla="*/ 119988 w 424938"/>
                  <a:gd name="connsiteY141" fmla="*/ 69196 h 634215"/>
                  <a:gd name="connsiteX142" fmla="*/ 212463 w 424938"/>
                  <a:gd name="connsiteY142" fmla="*/ 0 h 634215"/>
                  <a:gd name="connsiteX143" fmla="*/ 266163 w 424938"/>
                  <a:gd name="connsiteY143" fmla="*/ 52579 h 634215"/>
                  <a:gd name="connsiteX144" fmla="*/ 158776 w 424938"/>
                  <a:gd name="connsiteY144" fmla="*/ 52579 h 634215"/>
                  <a:gd name="connsiteX145" fmla="*/ 212463 w 424938"/>
                  <a:gd name="connsiteY145" fmla="*/ 0 h 634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424938" h="634215">
                    <a:moveTo>
                      <a:pt x="93595" y="583782"/>
                    </a:moveTo>
                    <a:cubicBezTo>
                      <a:pt x="88998" y="583782"/>
                      <a:pt x="85287" y="587507"/>
                      <a:pt x="85287" y="592091"/>
                    </a:cubicBezTo>
                    <a:cubicBezTo>
                      <a:pt x="85287" y="596674"/>
                      <a:pt x="88998" y="600399"/>
                      <a:pt x="93595" y="600399"/>
                    </a:cubicBezTo>
                    <a:lnTo>
                      <a:pt x="376471" y="600399"/>
                    </a:lnTo>
                    <a:cubicBezTo>
                      <a:pt x="381055" y="600399"/>
                      <a:pt x="384780" y="596674"/>
                      <a:pt x="384780" y="592091"/>
                    </a:cubicBezTo>
                    <a:cubicBezTo>
                      <a:pt x="384780" y="587507"/>
                      <a:pt x="381055" y="583782"/>
                      <a:pt x="376471" y="583782"/>
                    </a:cubicBezTo>
                    <a:close/>
                    <a:moveTo>
                      <a:pt x="42070" y="583782"/>
                    </a:moveTo>
                    <a:cubicBezTo>
                      <a:pt x="46653" y="583782"/>
                      <a:pt x="50378" y="587507"/>
                      <a:pt x="50378" y="592091"/>
                    </a:cubicBezTo>
                    <a:cubicBezTo>
                      <a:pt x="50378" y="596674"/>
                      <a:pt x="46653" y="600399"/>
                      <a:pt x="42070" y="600399"/>
                    </a:cubicBezTo>
                    <a:cubicBezTo>
                      <a:pt x="37486" y="600399"/>
                      <a:pt x="33761" y="596674"/>
                      <a:pt x="33761" y="592091"/>
                    </a:cubicBezTo>
                    <a:cubicBezTo>
                      <a:pt x="33761" y="587507"/>
                      <a:pt x="37486" y="583782"/>
                      <a:pt x="42070" y="583782"/>
                    </a:cubicBezTo>
                    <a:close/>
                    <a:moveTo>
                      <a:pt x="42069" y="571319"/>
                    </a:moveTo>
                    <a:cubicBezTo>
                      <a:pt x="30617" y="571319"/>
                      <a:pt x="21297" y="580639"/>
                      <a:pt x="21297" y="592091"/>
                    </a:cubicBezTo>
                    <a:cubicBezTo>
                      <a:pt x="21297" y="603542"/>
                      <a:pt x="30617" y="612862"/>
                      <a:pt x="42069" y="612862"/>
                    </a:cubicBezTo>
                    <a:cubicBezTo>
                      <a:pt x="53521" y="612862"/>
                      <a:pt x="62840" y="603542"/>
                      <a:pt x="62840" y="592091"/>
                    </a:cubicBezTo>
                    <a:cubicBezTo>
                      <a:pt x="62840" y="580639"/>
                      <a:pt x="53534" y="571319"/>
                      <a:pt x="42069" y="571319"/>
                    </a:cubicBezTo>
                    <a:close/>
                    <a:moveTo>
                      <a:pt x="93595" y="520721"/>
                    </a:moveTo>
                    <a:cubicBezTo>
                      <a:pt x="88998" y="520721"/>
                      <a:pt x="85287" y="524446"/>
                      <a:pt x="85287" y="529029"/>
                    </a:cubicBezTo>
                    <a:cubicBezTo>
                      <a:pt x="85287" y="533613"/>
                      <a:pt x="88998" y="537338"/>
                      <a:pt x="93595" y="537338"/>
                    </a:cubicBezTo>
                    <a:lnTo>
                      <a:pt x="354869" y="537338"/>
                    </a:lnTo>
                    <a:cubicBezTo>
                      <a:pt x="359453" y="537338"/>
                      <a:pt x="363178" y="533613"/>
                      <a:pt x="363178" y="529029"/>
                    </a:cubicBezTo>
                    <a:cubicBezTo>
                      <a:pt x="363178" y="524446"/>
                      <a:pt x="359467" y="520721"/>
                      <a:pt x="354869" y="520721"/>
                    </a:cubicBezTo>
                    <a:close/>
                    <a:moveTo>
                      <a:pt x="42083" y="520721"/>
                    </a:moveTo>
                    <a:cubicBezTo>
                      <a:pt x="46667" y="520721"/>
                      <a:pt x="50392" y="524446"/>
                      <a:pt x="50392" y="529029"/>
                    </a:cubicBezTo>
                    <a:cubicBezTo>
                      <a:pt x="50392" y="533613"/>
                      <a:pt x="46667" y="537338"/>
                      <a:pt x="42083" y="537338"/>
                    </a:cubicBezTo>
                    <a:cubicBezTo>
                      <a:pt x="37486" y="537338"/>
                      <a:pt x="33775" y="533613"/>
                      <a:pt x="33775" y="529029"/>
                    </a:cubicBezTo>
                    <a:cubicBezTo>
                      <a:pt x="33775" y="524446"/>
                      <a:pt x="37500" y="520721"/>
                      <a:pt x="42083" y="520721"/>
                    </a:cubicBezTo>
                    <a:close/>
                    <a:moveTo>
                      <a:pt x="42069" y="508258"/>
                    </a:moveTo>
                    <a:cubicBezTo>
                      <a:pt x="30617" y="508258"/>
                      <a:pt x="21297" y="517577"/>
                      <a:pt x="21297" y="529029"/>
                    </a:cubicBezTo>
                    <a:cubicBezTo>
                      <a:pt x="21297" y="540481"/>
                      <a:pt x="30617" y="549800"/>
                      <a:pt x="42069" y="549800"/>
                    </a:cubicBezTo>
                    <a:cubicBezTo>
                      <a:pt x="53521" y="549800"/>
                      <a:pt x="62840" y="540481"/>
                      <a:pt x="62840" y="529029"/>
                    </a:cubicBezTo>
                    <a:cubicBezTo>
                      <a:pt x="62840" y="517577"/>
                      <a:pt x="53534" y="508258"/>
                      <a:pt x="42069" y="508258"/>
                    </a:cubicBezTo>
                    <a:close/>
                    <a:moveTo>
                      <a:pt x="93595" y="457659"/>
                    </a:moveTo>
                    <a:cubicBezTo>
                      <a:pt x="88998" y="457659"/>
                      <a:pt x="85287" y="461370"/>
                      <a:pt x="85287" y="465968"/>
                    </a:cubicBezTo>
                    <a:cubicBezTo>
                      <a:pt x="85287" y="470565"/>
                      <a:pt x="88998" y="474276"/>
                      <a:pt x="93595" y="474276"/>
                    </a:cubicBezTo>
                    <a:lnTo>
                      <a:pt x="304021" y="474276"/>
                    </a:lnTo>
                    <a:cubicBezTo>
                      <a:pt x="308619" y="474276"/>
                      <a:pt x="312330" y="470565"/>
                      <a:pt x="312330" y="465968"/>
                    </a:cubicBezTo>
                    <a:cubicBezTo>
                      <a:pt x="312330" y="461370"/>
                      <a:pt x="308619" y="457659"/>
                      <a:pt x="304021" y="457659"/>
                    </a:cubicBezTo>
                    <a:close/>
                    <a:moveTo>
                      <a:pt x="42083" y="457659"/>
                    </a:moveTo>
                    <a:cubicBezTo>
                      <a:pt x="46667" y="457659"/>
                      <a:pt x="50392" y="461384"/>
                      <a:pt x="50392" y="465968"/>
                    </a:cubicBezTo>
                    <a:cubicBezTo>
                      <a:pt x="50392" y="470551"/>
                      <a:pt x="46667" y="474276"/>
                      <a:pt x="42083" y="474276"/>
                    </a:cubicBezTo>
                    <a:cubicBezTo>
                      <a:pt x="37486" y="474276"/>
                      <a:pt x="33775" y="470551"/>
                      <a:pt x="33775" y="465968"/>
                    </a:cubicBezTo>
                    <a:cubicBezTo>
                      <a:pt x="33775" y="461384"/>
                      <a:pt x="37500" y="457659"/>
                      <a:pt x="42083" y="457659"/>
                    </a:cubicBezTo>
                    <a:close/>
                    <a:moveTo>
                      <a:pt x="42069" y="445197"/>
                    </a:moveTo>
                    <a:cubicBezTo>
                      <a:pt x="30617" y="445197"/>
                      <a:pt x="21297" y="454516"/>
                      <a:pt x="21297" y="465968"/>
                    </a:cubicBezTo>
                    <a:cubicBezTo>
                      <a:pt x="21297" y="477420"/>
                      <a:pt x="30617" y="486739"/>
                      <a:pt x="42069" y="486739"/>
                    </a:cubicBezTo>
                    <a:cubicBezTo>
                      <a:pt x="53521" y="486739"/>
                      <a:pt x="62840" y="477420"/>
                      <a:pt x="62840" y="465968"/>
                    </a:cubicBezTo>
                    <a:cubicBezTo>
                      <a:pt x="62840" y="454502"/>
                      <a:pt x="53534" y="445197"/>
                      <a:pt x="42069" y="445197"/>
                    </a:cubicBezTo>
                    <a:close/>
                    <a:moveTo>
                      <a:pt x="93609" y="394584"/>
                    </a:moveTo>
                    <a:cubicBezTo>
                      <a:pt x="89012" y="394584"/>
                      <a:pt x="85300" y="398309"/>
                      <a:pt x="85300" y="402892"/>
                    </a:cubicBezTo>
                    <a:cubicBezTo>
                      <a:pt x="85300" y="407476"/>
                      <a:pt x="89012" y="411201"/>
                      <a:pt x="93609" y="411201"/>
                    </a:cubicBezTo>
                    <a:lnTo>
                      <a:pt x="294259" y="411201"/>
                    </a:lnTo>
                    <a:cubicBezTo>
                      <a:pt x="298842" y="411201"/>
                      <a:pt x="302567" y="407476"/>
                      <a:pt x="302567" y="402892"/>
                    </a:cubicBezTo>
                    <a:cubicBezTo>
                      <a:pt x="302567" y="398309"/>
                      <a:pt x="298842" y="394584"/>
                      <a:pt x="294259" y="394584"/>
                    </a:cubicBezTo>
                    <a:close/>
                    <a:moveTo>
                      <a:pt x="42083" y="394584"/>
                    </a:moveTo>
                    <a:cubicBezTo>
                      <a:pt x="46667" y="394584"/>
                      <a:pt x="50392" y="398309"/>
                      <a:pt x="50392" y="402892"/>
                    </a:cubicBezTo>
                    <a:cubicBezTo>
                      <a:pt x="50392" y="407476"/>
                      <a:pt x="46667" y="411201"/>
                      <a:pt x="42083" y="411201"/>
                    </a:cubicBezTo>
                    <a:cubicBezTo>
                      <a:pt x="37486" y="411215"/>
                      <a:pt x="33775" y="407476"/>
                      <a:pt x="33775" y="402892"/>
                    </a:cubicBezTo>
                    <a:cubicBezTo>
                      <a:pt x="33775" y="398309"/>
                      <a:pt x="37500" y="394584"/>
                      <a:pt x="42083" y="394584"/>
                    </a:cubicBezTo>
                    <a:close/>
                    <a:moveTo>
                      <a:pt x="42069" y="382121"/>
                    </a:moveTo>
                    <a:cubicBezTo>
                      <a:pt x="30617" y="382121"/>
                      <a:pt x="21297" y="391441"/>
                      <a:pt x="21297" y="402892"/>
                    </a:cubicBezTo>
                    <a:cubicBezTo>
                      <a:pt x="21297" y="414344"/>
                      <a:pt x="30617" y="423664"/>
                      <a:pt x="42069" y="423664"/>
                    </a:cubicBezTo>
                    <a:cubicBezTo>
                      <a:pt x="53521" y="423664"/>
                      <a:pt x="62840" y="414344"/>
                      <a:pt x="62840" y="402892"/>
                    </a:cubicBezTo>
                    <a:cubicBezTo>
                      <a:pt x="62840" y="391441"/>
                      <a:pt x="53534" y="382121"/>
                      <a:pt x="42069" y="382121"/>
                    </a:cubicBezTo>
                    <a:close/>
                    <a:moveTo>
                      <a:pt x="221103" y="331523"/>
                    </a:moveTo>
                    <a:cubicBezTo>
                      <a:pt x="216519" y="331523"/>
                      <a:pt x="212794" y="335248"/>
                      <a:pt x="212794" y="339831"/>
                    </a:cubicBezTo>
                    <a:cubicBezTo>
                      <a:pt x="212794" y="344415"/>
                      <a:pt x="216519" y="348140"/>
                      <a:pt x="221103" y="348140"/>
                    </a:cubicBezTo>
                    <a:lnTo>
                      <a:pt x="394141" y="348140"/>
                    </a:lnTo>
                    <a:cubicBezTo>
                      <a:pt x="398738" y="348140"/>
                      <a:pt x="402449" y="344415"/>
                      <a:pt x="402449" y="339831"/>
                    </a:cubicBezTo>
                    <a:cubicBezTo>
                      <a:pt x="402449" y="335248"/>
                      <a:pt x="398724" y="331523"/>
                      <a:pt x="394141" y="331523"/>
                    </a:cubicBezTo>
                    <a:close/>
                    <a:moveTo>
                      <a:pt x="221103" y="268461"/>
                    </a:moveTo>
                    <a:cubicBezTo>
                      <a:pt x="216519" y="268461"/>
                      <a:pt x="212794" y="272186"/>
                      <a:pt x="212794" y="276770"/>
                    </a:cubicBezTo>
                    <a:cubicBezTo>
                      <a:pt x="212794" y="281367"/>
                      <a:pt x="216519" y="285078"/>
                      <a:pt x="221103" y="285078"/>
                    </a:cubicBezTo>
                    <a:lnTo>
                      <a:pt x="394141" y="285078"/>
                    </a:lnTo>
                    <a:cubicBezTo>
                      <a:pt x="398738" y="285078"/>
                      <a:pt x="402449" y="281353"/>
                      <a:pt x="402449" y="276770"/>
                    </a:cubicBezTo>
                    <a:cubicBezTo>
                      <a:pt x="402449" y="272186"/>
                      <a:pt x="398724" y="268461"/>
                      <a:pt x="394141" y="268461"/>
                    </a:cubicBezTo>
                    <a:close/>
                    <a:moveTo>
                      <a:pt x="133476" y="223401"/>
                    </a:moveTo>
                    <a:cubicBezTo>
                      <a:pt x="159315" y="227403"/>
                      <a:pt x="179173" y="249809"/>
                      <a:pt x="179173" y="276770"/>
                    </a:cubicBezTo>
                    <a:cubicBezTo>
                      <a:pt x="179173" y="306542"/>
                      <a:pt x="154939" y="330775"/>
                      <a:pt x="125167" y="330775"/>
                    </a:cubicBezTo>
                    <a:cubicBezTo>
                      <a:pt x="98206" y="330775"/>
                      <a:pt x="75801" y="310931"/>
                      <a:pt x="71799" y="285078"/>
                    </a:cubicBezTo>
                    <a:lnTo>
                      <a:pt x="125167" y="285078"/>
                    </a:lnTo>
                    <a:cubicBezTo>
                      <a:pt x="129751" y="285078"/>
                      <a:pt x="133476" y="281367"/>
                      <a:pt x="133476" y="276770"/>
                    </a:cubicBezTo>
                    <a:close/>
                    <a:moveTo>
                      <a:pt x="125167" y="206147"/>
                    </a:moveTo>
                    <a:cubicBezTo>
                      <a:pt x="120584" y="206147"/>
                      <a:pt x="116859" y="209872"/>
                      <a:pt x="116859" y="214456"/>
                    </a:cubicBezTo>
                    <a:lnTo>
                      <a:pt x="116859" y="268461"/>
                    </a:lnTo>
                    <a:lnTo>
                      <a:pt x="62854" y="268461"/>
                    </a:lnTo>
                    <a:cubicBezTo>
                      <a:pt x="58270" y="268461"/>
                      <a:pt x="54545" y="272186"/>
                      <a:pt x="54545" y="276770"/>
                    </a:cubicBezTo>
                    <a:cubicBezTo>
                      <a:pt x="54545" y="315709"/>
                      <a:pt x="86228" y="347392"/>
                      <a:pt x="125167" y="347392"/>
                    </a:cubicBezTo>
                    <a:cubicBezTo>
                      <a:pt x="164106" y="347392"/>
                      <a:pt x="195790" y="315709"/>
                      <a:pt x="195790" y="276770"/>
                    </a:cubicBezTo>
                    <a:cubicBezTo>
                      <a:pt x="195790" y="237830"/>
                      <a:pt x="164106" y="206147"/>
                      <a:pt x="125167" y="206147"/>
                    </a:cubicBezTo>
                    <a:close/>
                    <a:moveTo>
                      <a:pt x="221103" y="205400"/>
                    </a:moveTo>
                    <a:cubicBezTo>
                      <a:pt x="216519" y="205400"/>
                      <a:pt x="212794" y="209125"/>
                      <a:pt x="212794" y="213708"/>
                    </a:cubicBezTo>
                    <a:cubicBezTo>
                      <a:pt x="212794" y="218292"/>
                      <a:pt x="216519" y="222017"/>
                      <a:pt x="221103" y="222017"/>
                    </a:cubicBezTo>
                    <a:lnTo>
                      <a:pt x="394141" y="222017"/>
                    </a:lnTo>
                    <a:cubicBezTo>
                      <a:pt x="398738" y="222017"/>
                      <a:pt x="402449" y="218292"/>
                      <a:pt x="402449" y="213708"/>
                    </a:cubicBezTo>
                    <a:cubicBezTo>
                      <a:pt x="402449" y="209125"/>
                      <a:pt x="398724" y="205400"/>
                      <a:pt x="394141" y="205400"/>
                    </a:cubicBezTo>
                    <a:close/>
                    <a:moveTo>
                      <a:pt x="86741" y="194322"/>
                    </a:moveTo>
                    <a:lnTo>
                      <a:pt x="86741" y="239381"/>
                    </a:lnTo>
                    <a:lnTo>
                      <a:pt x="41681" y="239381"/>
                    </a:lnTo>
                    <a:cubicBezTo>
                      <a:pt x="45267" y="216242"/>
                      <a:pt x="63601" y="197908"/>
                      <a:pt x="86741" y="194322"/>
                    </a:cubicBezTo>
                    <a:close/>
                    <a:moveTo>
                      <a:pt x="95049" y="177068"/>
                    </a:moveTo>
                    <a:cubicBezTo>
                      <a:pt x="56096" y="177068"/>
                      <a:pt x="24427" y="208751"/>
                      <a:pt x="24427" y="247690"/>
                    </a:cubicBezTo>
                    <a:cubicBezTo>
                      <a:pt x="24427" y="252273"/>
                      <a:pt x="28138" y="255998"/>
                      <a:pt x="32735" y="255998"/>
                    </a:cubicBezTo>
                    <a:lnTo>
                      <a:pt x="95049" y="255998"/>
                    </a:lnTo>
                    <a:cubicBezTo>
                      <a:pt x="99633" y="255998"/>
                      <a:pt x="103358" y="252273"/>
                      <a:pt x="103358" y="247690"/>
                    </a:cubicBezTo>
                    <a:lnTo>
                      <a:pt x="103358" y="185376"/>
                    </a:lnTo>
                    <a:cubicBezTo>
                      <a:pt x="103358" y="180793"/>
                      <a:pt x="99633" y="177068"/>
                      <a:pt x="95049" y="177068"/>
                    </a:cubicBezTo>
                    <a:close/>
                    <a:moveTo>
                      <a:pt x="335981" y="83902"/>
                    </a:moveTo>
                    <a:lnTo>
                      <a:pt x="397367" y="84331"/>
                    </a:lnTo>
                    <a:cubicBezTo>
                      <a:pt x="412572" y="84428"/>
                      <a:pt x="424938" y="98483"/>
                      <a:pt x="424938" y="115654"/>
                    </a:cubicBezTo>
                    <a:lnTo>
                      <a:pt x="424938" y="394293"/>
                    </a:lnTo>
                    <a:lnTo>
                      <a:pt x="355493" y="415757"/>
                    </a:lnTo>
                    <a:cubicBezTo>
                      <a:pt x="334652" y="422210"/>
                      <a:pt x="322937" y="444393"/>
                      <a:pt x="329376" y="465234"/>
                    </a:cubicBezTo>
                    <a:cubicBezTo>
                      <a:pt x="334624" y="482169"/>
                      <a:pt x="350327" y="493053"/>
                      <a:pt x="367277" y="493053"/>
                    </a:cubicBezTo>
                    <a:cubicBezTo>
                      <a:pt x="371168" y="493053"/>
                      <a:pt x="375142" y="492472"/>
                      <a:pt x="379061" y="491267"/>
                    </a:cubicBezTo>
                    <a:lnTo>
                      <a:pt x="380293" y="490893"/>
                    </a:lnTo>
                    <a:lnTo>
                      <a:pt x="405523" y="572510"/>
                    </a:lnTo>
                    <a:cubicBezTo>
                      <a:pt x="408210" y="581206"/>
                      <a:pt x="414150" y="588352"/>
                      <a:pt x="422251" y="592631"/>
                    </a:cubicBezTo>
                    <a:cubicBezTo>
                      <a:pt x="423137" y="593088"/>
                      <a:pt x="424024" y="593503"/>
                      <a:pt x="424924" y="593877"/>
                    </a:cubicBezTo>
                    <a:lnTo>
                      <a:pt x="424924" y="602878"/>
                    </a:lnTo>
                    <a:cubicBezTo>
                      <a:pt x="424924" y="620159"/>
                      <a:pt x="412572" y="634215"/>
                      <a:pt x="397409" y="634215"/>
                    </a:cubicBezTo>
                    <a:lnTo>
                      <a:pt x="27515" y="634215"/>
                    </a:lnTo>
                    <a:cubicBezTo>
                      <a:pt x="12338" y="634215"/>
                      <a:pt x="0" y="620159"/>
                      <a:pt x="0" y="602878"/>
                    </a:cubicBezTo>
                    <a:lnTo>
                      <a:pt x="0" y="115654"/>
                    </a:lnTo>
                    <a:cubicBezTo>
                      <a:pt x="0" y="98386"/>
                      <a:pt x="12338" y="84331"/>
                      <a:pt x="27515" y="84331"/>
                    </a:cubicBezTo>
                    <a:lnTo>
                      <a:pt x="88929" y="84331"/>
                    </a:lnTo>
                    <a:cubicBezTo>
                      <a:pt x="88901" y="84927"/>
                      <a:pt x="88887" y="85522"/>
                      <a:pt x="88887" y="86117"/>
                    </a:cubicBezTo>
                    <a:lnTo>
                      <a:pt x="88887" y="117828"/>
                    </a:lnTo>
                    <a:cubicBezTo>
                      <a:pt x="88887" y="136328"/>
                      <a:pt x="102845" y="151367"/>
                      <a:pt x="119988" y="151367"/>
                    </a:cubicBezTo>
                    <a:lnTo>
                      <a:pt x="304963" y="151367"/>
                    </a:lnTo>
                    <a:cubicBezTo>
                      <a:pt x="322106" y="151367"/>
                      <a:pt x="336065" y="136315"/>
                      <a:pt x="336065" y="117828"/>
                    </a:cubicBezTo>
                    <a:lnTo>
                      <a:pt x="336065" y="86117"/>
                    </a:lnTo>
                    <a:cubicBezTo>
                      <a:pt x="336065" y="85370"/>
                      <a:pt x="336023" y="84636"/>
                      <a:pt x="335981" y="83902"/>
                    </a:cubicBezTo>
                    <a:close/>
                    <a:moveTo>
                      <a:pt x="119988" y="69196"/>
                    </a:moveTo>
                    <a:lnTo>
                      <a:pt x="304949" y="69196"/>
                    </a:lnTo>
                    <a:cubicBezTo>
                      <a:pt x="312939" y="69196"/>
                      <a:pt x="319434" y="76784"/>
                      <a:pt x="319434" y="86117"/>
                    </a:cubicBezTo>
                    <a:lnTo>
                      <a:pt x="319434" y="117828"/>
                    </a:lnTo>
                    <a:cubicBezTo>
                      <a:pt x="319434" y="127148"/>
                      <a:pt x="312939" y="134736"/>
                      <a:pt x="304949" y="134736"/>
                    </a:cubicBezTo>
                    <a:lnTo>
                      <a:pt x="119988" y="134736"/>
                    </a:lnTo>
                    <a:cubicBezTo>
                      <a:pt x="111998" y="134736"/>
                      <a:pt x="105504" y="127148"/>
                      <a:pt x="105504" y="117828"/>
                    </a:cubicBezTo>
                    <a:lnTo>
                      <a:pt x="105504" y="86117"/>
                    </a:lnTo>
                    <a:cubicBezTo>
                      <a:pt x="105504" y="76784"/>
                      <a:pt x="111998" y="69196"/>
                      <a:pt x="119988" y="69196"/>
                    </a:cubicBezTo>
                    <a:close/>
                    <a:moveTo>
                      <a:pt x="212463" y="0"/>
                    </a:moveTo>
                    <a:cubicBezTo>
                      <a:pt x="239853" y="0"/>
                      <a:pt x="262549" y="22918"/>
                      <a:pt x="266163" y="52579"/>
                    </a:cubicBezTo>
                    <a:lnTo>
                      <a:pt x="158776" y="52579"/>
                    </a:lnTo>
                    <a:cubicBezTo>
                      <a:pt x="162404" y="22918"/>
                      <a:pt x="185086" y="0"/>
                      <a:pt x="212463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21211" y="2813198"/>
            <a:ext cx="1964534" cy="1566342"/>
            <a:chOff x="334834" y="2972414"/>
            <a:chExt cx="1964534" cy="1566342"/>
          </a:xfrm>
        </p:grpSpPr>
        <p:grpSp>
          <p:nvGrpSpPr>
            <p:cNvPr id="59" name="组合 58"/>
            <p:cNvGrpSpPr/>
            <p:nvPr/>
          </p:nvGrpSpPr>
          <p:grpSpPr>
            <a:xfrm>
              <a:off x="334834" y="2972414"/>
              <a:ext cx="1964534" cy="1566342"/>
              <a:chOff x="334834" y="2972414"/>
              <a:chExt cx="1964534" cy="1566342"/>
            </a:xfrm>
          </p:grpSpPr>
          <p:sp>
            <p:nvSpPr>
              <p:cNvPr id="65" name="文本框 64"/>
              <p:cNvSpPr txBox="1"/>
              <p:nvPr/>
            </p:nvSpPr>
            <p:spPr>
              <a:xfrm>
                <a:off x="334834" y="3892425"/>
                <a:ext cx="19645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tx2">
                        <a:lumMod val="75000"/>
                      </a:schemeClr>
                    </a:solidFill>
                  </a:rPr>
                  <a:t>自然语言需求    </a:t>
                </a:r>
                <a:endParaRPr lang="zh-CN" altLang="en-US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altLang="zh-CN" dirty="0">
                    <a:solidFill>
                      <a:schemeClr val="tx2">
                        <a:lumMod val="75000"/>
                      </a:schemeClr>
                    </a:solidFill>
                  </a:rPr>
                  <a:t>"</a:t>
                </a:r>
                <a:r>
                  <a:rPr lang="zh-CN" altLang="en-US" dirty="0">
                    <a:solidFill>
                      <a:schemeClr val="tx2">
                        <a:lumMod val="75000"/>
                      </a:schemeClr>
                    </a:solidFill>
                  </a:rPr>
                  <a:t>创建飞控分区</a:t>
                </a:r>
                <a:r>
                  <a:rPr lang="en-US" altLang="zh-CN" dirty="0">
                    <a:solidFill>
                      <a:schemeClr val="tx2">
                        <a:lumMod val="75000"/>
                      </a:schemeClr>
                    </a:solidFill>
                  </a:rPr>
                  <a:t>..."</a:t>
                </a:r>
                <a:endParaRPr lang="en-US" altLang="zh-CN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822756" y="2972414"/>
                <a:ext cx="802548" cy="802548"/>
              </a:xfrm>
              <a:prstGeom prst="ellipse">
                <a:avLst/>
              </a:prstGeom>
              <a:solidFill>
                <a:schemeClr val="bg1"/>
              </a:solidFill>
              <a:ln w="1905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010781" y="3194293"/>
              <a:ext cx="426499" cy="358790"/>
              <a:chOff x="13971584" y="2064083"/>
              <a:chExt cx="725556" cy="610370"/>
            </a:xfrm>
          </p:grpSpPr>
          <p:sp>
            <p:nvSpPr>
              <p:cNvPr id="61" name="任意多边形: 形状 60"/>
              <p:cNvSpPr/>
              <p:nvPr/>
            </p:nvSpPr>
            <p:spPr>
              <a:xfrm>
                <a:off x="14201961" y="2064083"/>
                <a:ext cx="264805" cy="382544"/>
              </a:xfrm>
              <a:custGeom>
                <a:avLst/>
                <a:gdLst>
                  <a:gd name="connsiteX0" fmla="*/ 110512 w 264805"/>
                  <a:gd name="connsiteY0" fmla="*/ 192122 h 382544"/>
                  <a:gd name="connsiteX1" fmla="*/ 154292 w 264805"/>
                  <a:gd name="connsiteY1" fmla="*/ 192122 h 382544"/>
                  <a:gd name="connsiteX2" fmla="*/ 154292 w 264805"/>
                  <a:gd name="connsiteY2" fmla="*/ 213374 h 382544"/>
                  <a:gd name="connsiteX3" fmla="*/ 132190 w 264805"/>
                  <a:gd name="connsiteY3" fmla="*/ 235477 h 382544"/>
                  <a:gd name="connsiteX4" fmla="*/ 110512 w 264805"/>
                  <a:gd name="connsiteY4" fmla="*/ 213374 h 382544"/>
                  <a:gd name="connsiteX5" fmla="*/ 92235 w 264805"/>
                  <a:gd name="connsiteY5" fmla="*/ 192122 h 382544"/>
                  <a:gd name="connsiteX6" fmla="*/ 96061 w 264805"/>
                  <a:gd name="connsiteY6" fmla="*/ 192122 h 382544"/>
                  <a:gd name="connsiteX7" fmla="*/ 96061 w 264805"/>
                  <a:gd name="connsiteY7" fmla="*/ 213374 h 382544"/>
                  <a:gd name="connsiteX8" fmla="*/ 132190 w 264805"/>
                  <a:gd name="connsiteY8" fmla="*/ 249503 h 382544"/>
                  <a:gd name="connsiteX9" fmla="*/ 168744 w 264805"/>
                  <a:gd name="connsiteY9" fmla="*/ 213374 h 382544"/>
                  <a:gd name="connsiteX10" fmla="*/ 168744 w 264805"/>
                  <a:gd name="connsiteY10" fmla="*/ 192122 h 382544"/>
                  <a:gd name="connsiteX11" fmla="*/ 172144 w 264805"/>
                  <a:gd name="connsiteY11" fmla="*/ 192122 h 382544"/>
                  <a:gd name="connsiteX12" fmla="*/ 264805 w 264805"/>
                  <a:gd name="connsiteY12" fmla="*/ 284782 h 382544"/>
                  <a:gd name="connsiteX13" fmla="*/ 264805 w 264805"/>
                  <a:gd name="connsiteY13" fmla="*/ 361291 h 382544"/>
                  <a:gd name="connsiteX14" fmla="*/ 243553 w 264805"/>
                  <a:gd name="connsiteY14" fmla="*/ 382544 h 382544"/>
                  <a:gd name="connsiteX15" fmla="*/ 212949 w 264805"/>
                  <a:gd name="connsiteY15" fmla="*/ 382544 h 382544"/>
                  <a:gd name="connsiteX16" fmla="*/ 212949 w 264805"/>
                  <a:gd name="connsiteY16" fmla="*/ 284782 h 382544"/>
                  <a:gd name="connsiteX17" fmla="*/ 205723 w 264805"/>
                  <a:gd name="connsiteY17" fmla="*/ 277982 h 382544"/>
                  <a:gd name="connsiteX18" fmla="*/ 198922 w 264805"/>
                  <a:gd name="connsiteY18" fmla="*/ 284782 h 382544"/>
                  <a:gd name="connsiteX19" fmla="*/ 198922 w 264805"/>
                  <a:gd name="connsiteY19" fmla="*/ 382544 h 382544"/>
                  <a:gd name="connsiteX20" fmla="*/ 65882 w 264805"/>
                  <a:gd name="connsiteY20" fmla="*/ 382544 h 382544"/>
                  <a:gd name="connsiteX21" fmla="*/ 65882 w 264805"/>
                  <a:gd name="connsiteY21" fmla="*/ 284782 h 382544"/>
                  <a:gd name="connsiteX22" fmla="*/ 58657 w 264805"/>
                  <a:gd name="connsiteY22" fmla="*/ 277982 h 382544"/>
                  <a:gd name="connsiteX23" fmla="*/ 51856 w 264805"/>
                  <a:gd name="connsiteY23" fmla="*/ 284782 h 382544"/>
                  <a:gd name="connsiteX24" fmla="*/ 51856 w 264805"/>
                  <a:gd name="connsiteY24" fmla="*/ 382544 h 382544"/>
                  <a:gd name="connsiteX25" fmla="*/ 21252 w 264805"/>
                  <a:gd name="connsiteY25" fmla="*/ 382544 h 382544"/>
                  <a:gd name="connsiteX26" fmla="*/ 0 w 264805"/>
                  <a:gd name="connsiteY26" fmla="*/ 361291 h 382544"/>
                  <a:gd name="connsiteX27" fmla="*/ 0 w 264805"/>
                  <a:gd name="connsiteY27" fmla="*/ 284782 h 382544"/>
                  <a:gd name="connsiteX28" fmla="*/ 92235 w 264805"/>
                  <a:gd name="connsiteY28" fmla="*/ 192122 h 382544"/>
                  <a:gd name="connsiteX29" fmla="*/ 158542 w 264805"/>
                  <a:gd name="connsiteY29" fmla="*/ 90960 h 382544"/>
                  <a:gd name="connsiteX30" fmla="*/ 169168 w 264805"/>
                  <a:gd name="connsiteY30" fmla="*/ 112212 h 382544"/>
                  <a:gd name="connsiteX31" fmla="*/ 182345 w 264805"/>
                  <a:gd name="connsiteY31" fmla="*/ 129639 h 382544"/>
                  <a:gd name="connsiteX32" fmla="*/ 190421 w 264805"/>
                  <a:gd name="connsiteY32" fmla="*/ 131340 h 382544"/>
                  <a:gd name="connsiteX33" fmla="*/ 203597 w 264805"/>
                  <a:gd name="connsiteY33" fmla="*/ 126664 h 382544"/>
                  <a:gd name="connsiteX34" fmla="*/ 204872 w 264805"/>
                  <a:gd name="connsiteY34" fmla="*/ 125814 h 382544"/>
                  <a:gd name="connsiteX35" fmla="*/ 132189 w 264805"/>
                  <a:gd name="connsiteY35" fmla="*/ 187446 h 382544"/>
                  <a:gd name="connsiteX36" fmla="*/ 59931 w 264805"/>
                  <a:gd name="connsiteY36" fmla="*/ 128364 h 382544"/>
                  <a:gd name="connsiteX37" fmla="*/ 61631 w 264805"/>
                  <a:gd name="connsiteY37" fmla="*/ 128789 h 382544"/>
                  <a:gd name="connsiteX38" fmla="*/ 81183 w 264805"/>
                  <a:gd name="connsiteY38" fmla="*/ 115188 h 382544"/>
                  <a:gd name="connsiteX39" fmla="*/ 85009 w 264805"/>
                  <a:gd name="connsiteY39" fmla="*/ 106262 h 382544"/>
                  <a:gd name="connsiteX40" fmla="*/ 112212 w 264805"/>
                  <a:gd name="connsiteY40" fmla="*/ 111787 h 382544"/>
                  <a:gd name="connsiteX41" fmla="*/ 158542 w 264805"/>
                  <a:gd name="connsiteY41" fmla="*/ 90960 h 382544"/>
                  <a:gd name="connsiteX42" fmla="*/ 104136 w 264805"/>
                  <a:gd name="connsiteY42" fmla="*/ 0 h 382544"/>
                  <a:gd name="connsiteX43" fmla="*/ 140690 w 264805"/>
                  <a:gd name="connsiteY43" fmla="*/ 9776 h 382544"/>
                  <a:gd name="connsiteX44" fmla="*/ 149191 w 264805"/>
                  <a:gd name="connsiteY44" fmla="*/ 8926 h 382544"/>
                  <a:gd name="connsiteX45" fmla="*/ 206148 w 264805"/>
                  <a:gd name="connsiteY45" fmla="*/ 48030 h 382544"/>
                  <a:gd name="connsiteX46" fmla="*/ 194672 w 264805"/>
                  <a:gd name="connsiteY46" fmla="*/ 115613 h 382544"/>
                  <a:gd name="connsiteX47" fmla="*/ 190421 w 264805"/>
                  <a:gd name="connsiteY47" fmla="*/ 117313 h 382544"/>
                  <a:gd name="connsiteX48" fmla="*/ 187446 w 264805"/>
                  <a:gd name="connsiteY48" fmla="*/ 116888 h 382544"/>
                  <a:gd name="connsiteX49" fmla="*/ 183195 w 264805"/>
                  <a:gd name="connsiteY49" fmla="*/ 110938 h 382544"/>
                  <a:gd name="connsiteX50" fmla="*/ 156417 w 264805"/>
                  <a:gd name="connsiteY50" fmla="*/ 71408 h 382544"/>
                  <a:gd name="connsiteX51" fmla="*/ 112212 w 264805"/>
                  <a:gd name="connsiteY51" fmla="*/ 97761 h 382544"/>
                  <a:gd name="connsiteX52" fmla="*/ 79058 w 264805"/>
                  <a:gd name="connsiteY52" fmla="*/ 87560 h 382544"/>
                  <a:gd name="connsiteX53" fmla="*/ 68007 w 264805"/>
                  <a:gd name="connsiteY53" fmla="*/ 110087 h 382544"/>
                  <a:gd name="connsiteX54" fmla="*/ 61631 w 264805"/>
                  <a:gd name="connsiteY54" fmla="*/ 114338 h 382544"/>
                  <a:gd name="connsiteX55" fmla="*/ 54831 w 264805"/>
                  <a:gd name="connsiteY55" fmla="*/ 110087 h 382544"/>
                  <a:gd name="connsiteX56" fmla="*/ 52280 w 264805"/>
                  <a:gd name="connsiteY56" fmla="*/ 47180 h 382544"/>
                  <a:gd name="connsiteX57" fmla="*/ 52280 w 264805"/>
                  <a:gd name="connsiteY57" fmla="*/ 46330 h 382544"/>
                  <a:gd name="connsiteX58" fmla="*/ 104136 w 264805"/>
                  <a:gd name="connsiteY58" fmla="*/ 0 h 382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264805" h="382544">
                    <a:moveTo>
                      <a:pt x="110512" y="192122"/>
                    </a:moveTo>
                    <a:lnTo>
                      <a:pt x="154292" y="192122"/>
                    </a:lnTo>
                    <a:lnTo>
                      <a:pt x="154292" y="213374"/>
                    </a:lnTo>
                    <a:cubicBezTo>
                      <a:pt x="154292" y="225276"/>
                      <a:pt x="144516" y="235477"/>
                      <a:pt x="132190" y="235477"/>
                    </a:cubicBezTo>
                    <a:cubicBezTo>
                      <a:pt x="120289" y="235477"/>
                      <a:pt x="110512" y="225276"/>
                      <a:pt x="110512" y="213374"/>
                    </a:cubicBezTo>
                    <a:close/>
                    <a:moveTo>
                      <a:pt x="92235" y="192122"/>
                    </a:moveTo>
                    <a:lnTo>
                      <a:pt x="96061" y="192122"/>
                    </a:lnTo>
                    <a:lnTo>
                      <a:pt x="96061" y="213374"/>
                    </a:lnTo>
                    <a:cubicBezTo>
                      <a:pt x="96061" y="233352"/>
                      <a:pt x="112213" y="249503"/>
                      <a:pt x="132190" y="249503"/>
                    </a:cubicBezTo>
                    <a:cubicBezTo>
                      <a:pt x="152167" y="249503"/>
                      <a:pt x="168744" y="233352"/>
                      <a:pt x="168744" y="213374"/>
                    </a:cubicBezTo>
                    <a:lnTo>
                      <a:pt x="168744" y="192122"/>
                    </a:lnTo>
                    <a:lnTo>
                      <a:pt x="172144" y="192122"/>
                    </a:lnTo>
                    <a:cubicBezTo>
                      <a:pt x="223150" y="192122"/>
                      <a:pt x="264805" y="233777"/>
                      <a:pt x="264805" y="284782"/>
                    </a:cubicBezTo>
                    <a:lnTo>
                      <a:pt x="264805" y="361291"/>
                    </a:lnTo>
                    <a:cubicBezTo>
                      <a:pt x="264805" y="372767"/>
                      <a:pt x="255029" y="382544"/>
                      <a:pt x="243553" y="382544"/>
                    </a:cubicBezTo>
                    <a:lnTo>
                      <a:pt x="212949" y="382544"/>
                    </a:lnTo>
                    <a:lnTo>
                      <a:pt x="212949" y="284782"/>
                    </a:lnTo>
                    <a:cubicBezTo>
                      <a:pt x="212949" y="280957"/>
                      <a:pt x="209974" y="277982"/>
                      <a:pt x="205723" y="277982"/>
                    </a:cubicBezTo>
                    <a:cubicBezTo>
                      <a:pt x="201898" y="277982"/>
                      <a:pt x="198922" y="280957"/>
                      <a:pt x="198922" y="284782"/>
                    </a:cubicBezTo>
                    <a:lnTo>
                      <a:pt x="198922" y="382544"/>
                    </a:lnTo>
                    <a:lnTo>
                      <a:pt x="65882" y="382544"/>
                    </a:lnTo>
                    <a:lnTo>
                      <a:pt x="65882" y="284782"/>
                    </a:lnTo>
                    <a:cubicBezTo>
                      <a:pt x="65882" y="280957"/>
                      <a:pt x="62482" y="277982"/>
                      <a:pt x="58657" y="277982"/>
                    </a:cubicBezTo>
                    <a:cubicBezTo>
                      <a:pt x="54831" y="277982"/>
                      <a:pt x="51856" y="280957"/>
                      <a:pt x="51856" y="284782"/>
                    </a:cubicBezTo>
                    <a:lnTo>
                      <a:pt x="51856" y="382544"/>
                    </a:lnTo>
                    <a:lnTo>
                      <a:pt x="21252" y="382544"/>
                    </a:lnTo>
                    <a:cubicBezTo>
                      <a:pt x="9351" y="382544"/>
                      <a:pt x="0" y="372767"/>
                      <a:pt x="0" y="361291"/>
                    </a:cubicBezTo>
                    <a:lnTo>
                      <a:pt x="0" y="284782"/>
                    </a:lnTo>
                    <a:cubicBezTo>
                      <a:pt x="0" y="233777"/>
                      <a:pt x="41230" y="192122"/>
                      <a:pt x="92235" y="192122"/>
                    </a:cubicBezTo>
                    <a:close/>
                    <a:moveTo>
                      <a:pt x="158542" y="90960"/>
                    </a:moveTo>
                    <a:cubicBezTo>
                      <a:pt x="164493" y="96486"/>
                      <a:pt x="168318" y="103711"/>
                      <a:pt x="169168" y="112212"/>
                    </a:cubicBezTo>
                    <a:cubicBezTo>
                      <a:pt x="170018" y="120288"/>
                      <a:pt x="175119" y="126664"/>
                      <a:pt x="182345" y="129639"/>
                    </a:cubicBezTo>
                    <a:cubicBezTo>
                      <a:pt x="184895" y="130915"/>
                      <a:pt x="187445" y="131340"/>
                      <a:pt x="190421" y="131340"/>
                    </a:cubicBezTo>
                    <a:cubicBezTo>
                      <a:pt x="195096" y="131340"/>
                      <a:pt x="199772" y="129639"/>
                      <a:pt x="203597" y="126664"/>
                    </a:cubicBezTo>
                    <a:cubicBezTo>
                      <a:pt x="204022" y="126239"/>
                      <a:pt x="204447" y="126239"/>
                      <a:pt x="204872" y="125814"/>
                    </a:cubicBezTo>
                    <a:cubicBezTo>
                      <a:pt x="198922" y="160668"/>
                      <a:pt x="168743" y="187446"/>
                      <a:pt x="132189" y="187446"/>
                    </a:cubicBezTo>
                    <a:cubicBezTo>
                      <a:pt x="96485" y="187446"/>
                      <a:pt x="66732" y="161943"/>
                      <a:pt x="59931" y="128364"/>
                    </a:cubicBezTo>
                    <a:cubicBezTo>
                      <a:pt x="60356" y="128364"/>
                      <a:pt x="60781" y="128789"/>
                      <a:pt x="61631" y="128789"/>
                    </a:cubicBezTo>
                    <a:cubicBezTo>
                      <a:pt x="70132" y="128789"/>
                      <a:pt x="78208" y="123264"/>
                      <a:pt x="81183" y="115188"/>
                    </a:cubicBezTo>
                    <a:cubicBezTo>
                      <a:pt x="82459" y="112637"/>
                      <a:pt x="83734" y="109237"/>
                      <a:pt x="85009" y="106262"/>
                    </a:cubicBezTo>
                    <a:cubicBezTo>
                      <a:pt x="93510" y="109662"/>
                      <a:pt x="102436" y="111787"/>
                      <a:pt x="112212" y="111787"/>
                    </a:cubicBezTo>
                    <a:cubicBezTo>
                      <a:pt x="130914" y="111787"/>
                      <a:pt x="146216" y="103711"/>
                      <a:pt x="158542" y="90960"/>
                    </a:cubicBezTo>
                    <a:close/>
                    <a:moveTo>
                      <a:pt x="104136" y="0"/>
                    </a:moveTo>
                    <a:cubicBezTo>
                      <a:pt x="120288" y="0"/>
                      <a:pt x="134740" y="6801"/>
                      <a:pt x="140690" y="9776"/>
                    </a:cubicBezTo>
                    <a:cubicBezTo>
                      <a:pt x="143241" y="9351"/>
                      <a:pt x="146216" y="8926"/>
                      <a:pt x="149191" y="8926"/>
                    </a:cubicBezTo>
                    <a:cubicBezTo>
                      <a:pt x="184895" y="8926"/>
                      <a:pt x="204023" y="44630"/>
                      <a:pt x="206148" y="48030"/>
                    </a:cubicBezTo>
                    <a:cubicBezTo>
                      <a:pt x="224850" y="79484"/>
                      <a:pt x="206998" y="105837"/>
                      <a:pt x="194672" y="115613"/>
                    </a:cubicBezTo>
                    <a:cubicBezTo>
                      <a:pt x="193396" y="116888"/>
                      <a:pt x="192121" y="117313"/>
                      <a:pt x="190421" y="117313"/>
                    </a:cubicBezTo>
                    <a:cubicBezTo>
                      <a:pt x="189571" y="117313"/>
                      <a:pt x="188296" y="116888"/>
                      <a:pt x="187446" y="116888"/>
                    </a:cubicBezTo>
                    <a:cubicBezTo>
                      <a:pt x="185320" y="115613"/>
                      <a:pt x="183620" y="113488"/>
                      <a:pt x="183195" y="110938"/>
                    </a:cubicBezTo>
                    <a:cubicBezTo>
                      <a:pt x="181070" y="88410"/>
                      <a:pt x="164493" y="76509"/>
                      <a:pt x="156417" y="71408"/>
                    </a:cubicBezTo>
                    <a:cubicBezTo>
                      <a:pt x="144091" y="88835"/>
                      <a:pt x="129214" y="97761"/>
                      <a:pt x="112212" y="97761"/>
                    </a:cubicBezTo>
                    <a:cubicBezTo>
                      <a:pt x="97761" y="97761"/>
                      <a:pt x="85434" y="90960"/>
                      <a:pt x="79058" y="87560"/>
                    </a:cubicBezTo>
                    <a:cubicBezTo>
                      <a:pt x="76083" y="91810"/>
                      <a:pt x="71833" y="101161"/>
                      <a:pt x="68007" y="110087"/>
                    </a:cubicBezTo>
                    <a:cubicBezTo>
                      <a:pt x="67157" y="112638"/>
                      <a:pt x="64607" y="114338"/>
                      <a:pt x="61631" y="114338"/>
                    </a:cubicBezTo>
                    <a:cubicBezTo>
                      <a:pt x="58656" y="114338"/>
                      <a:pt x="56106" y="112638"/>
                      <a:pt x="54831" y="110087"/>
                    </a:cubicBezTo>
                    <a:cubicBezTo>
                      <a:pt x="45905" y="86285"/>
                      <a:pt x="51855" y="48881"/>
                      <a:pt x="52280" y="47180"/>
                    </a:cubicBezTo>
                    <a:cubicBezTo>
                      <a:pt x="52280" y="47180"/>
                      <a:pt x="52280" y="46755"/>
                      <a:pt x="52280" y="46330"/>
                    </a:cubicBezTo>
                    <a:cubicBezTo>
                      <a:pt x="62482" y="8076"/>
                      <a:pt x="86284" y="0"/>
                      <a:pt x="1041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n w="4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14066794" y="2432176"/>
                <a:ext cx="535136" cy="242277"/>
              </a:xfrm>
              <a:custGeom>
                <a:avLst/>
                <a:gdLst>
                  <a:gd name="connsiteX0" fmla="*/ 267356 w 535136"/>
                  <a:gd name="connsiteY0" fmla="*/ 0 h 242277"/>
                  <a:gd name="connsiteX1" fmla="*/ 274582 w 535136"/>
                  <a:gd name="connsiteY1" fmla="*/ 7226 h 242277"/>
                  <a:gd name="connsiteX2" fmla="*/ 274582 w 535136"/>
                  <a:gd name="connsiteY2" fmla="*/ 228250 h 242277"/>
                  <a:gd name="connsiteX3" fmla="*/ 520684 w 535136"/>
                  <a:gd name="connsiteY3" fmla="*/ 228250 h 242277"/>
                  <a:gd name="connsiteX4" fmla="*/ 520684 w 535136"/>
                  <a:gd name="connsiteY4" fmla="*/ 197647 h 242277"/>
                  <a:gd name="connsiteX5" fmla="*/ 527910 w 535136"/>
                  <a:gd name="connsiteY5" fmla="*/ 190846 h 242277"/>
                  <a:gd name="connsiteX6" fmla="*/ 535136 w 535136"/>
                  <a:gd name="connsiteY6" fmla="*/ 197647 h 242277"/>
                  <a:gd name="connsiteX7" fmla="*/ 535136 w 535136"/>
                  <a:gd name="connsiteY7" fmla="*/ 235476 h 242277"/>
                  <a:gd name="connsiteX8" fmla="*/ 527910 w 535136"/>
                  <a:gd name="connsiteY8" fmla="*/ 242277 h 242277"/>
                  <a:gd name="connsiteX9" fmla="*/ 267356 w 535136"/>
                  <a:gd name="connsiteY9" fmla="*/ 242277 h 242277"/>
                  <a:gd name="connsiteX10" fmla="*/ 7226 w 535136"/>
                  <a:gd name="connsiteY10" fmla="*/ 242277 h 242277"/>
                  <a:gd name="connsiteX11" fmla="*/ 0 w 535136"/>
                  <a:gd name="connsiteY11" fmla="*/ 235476 h 242277"/>
                  <a:gd name="connsiteX12" fmla="*/ 0 w 535136"/>
                  <a:gd name="connsiteY12" fmla="*/ 197647 h 242277"/>
                  <a:gd name="connsiteX13" fmla="*/ 7226 w 535136"/>
                  <a:gd name="connsiteY13" fmla="*/ 190846 h 242277"/>
                  <a:gd name="connsiteX14" fmla="*/ 14027 w 535136"/>
                  <a:gd name="connsiteY14" fmla="*/ 197647 h 242277"/>
                  <a:gd name="connsiteX15" fmla="*/ 14027 w 535136"/>
                  <a:gd name="connsiteY15" fmla="*/ 228250 h 242277"/>
                  <a:gd name="connsiteX16" fmla="*/ 260555 w 535136"/>
                  <a:gd name="connsiteY16" fmla="*/ 228250 h 242277"/>
                  <a:gd name="connsiteX17" fmla="*/ 260555 w 535136"/>
                  <a:gd name="connsiteY17" fmla="*/ 7226 h 242277"/>
                  <a:gd name="connsiteX18" fmla="*/ 267356 w 535136"/>
                  <a:gd name="connsiteY18" fmla="*/ 0 h 242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5136" h="242277">
                    <a:moveTo>
                      <a:pt x="267356" y="0"/>
                    </a:moveTo>
                    <a:cubicBezTo>
                      <a:pt x="271606" y="0"/>
                      <a:pt x="274582" y="3400"/>
                      <a:pt x="274582" y="7226"/>
                    </a:cubicBezTo>
                    <a:lnTo>
                      <a:pt x="274582" y="228250"/>
                    </a:lnTo>
                    <a:lnTo>
                      <a:pt x="520684" y="228250"/>
                    </a:lnTo>
                    <a:lnTo>
                      <a:pt x="520684" y="197647"/>
                    </a:lnTo>
                    <a:cubicBezTo>
                      <a:pt x="520684" y="193821"/>
                      <a:pt x="524084" y="190846"/>
                      <a:pt x="527910" y="190846"/>
                    </a:cubicBezTo>
                    <a:cubicBezTo>
                      <a:pt x="531735" y="190846"/>
                      <a:pt x="535136" y="193821"/>
                      <a:pt x="535136" y="197647"/>
                    </a:cubicBezTo>
                    <a:lnTo>
                      <a:pt x="535136" y="235476"/>
                    </a:lnTo>
                    <a:cubicBezTo>
                      <a:pt x="535136" y="239301"/>
                      <a:pt x="531735" y="242277"/>
                      <a:pt x="527910" y="242277"/>
                    </a:cubicBezTo>
                    <a:lnTo>
                      <a:pt x="267356" y="242277"/>
                    </a:lnTo>
                    <a:lnTo>
                      <a:pt x="7226" y="242277"/>
                    </a:lnTo>
                    <a:cubicBezTo>
                      <a:pt x="2975" y="242277"/>
                      <a:pt x="0" y="239301"/>
                      <a:pt x="0" y="235476"/>
                    </a:cubicBezTo>
                    <a:lnTo>
                      <a:pt x="0" y="197647"/>
                    </a:lnTo>
                    <a:cubicBezTo>
                      <a:pt x="0" y="193821"/>
                      <a:pt x="2975" y="190846"/>
                      <a:pt x="7226" y="190846"/>
                    </a:cubicBezTo>
                    <a:cubicBezTo>
                      <a:pt x="11051" y="190846"/>
                      <a:pt x="14027" y="193821"/>
                      <a:pt x="14027" y="197647"/>
                    </a:cubicBezTo>
                    <a:lnTo>
                      <a:pt x="14027" y="228250"/>
                    </a:lnTo>
                    <a:lnTo>
                      <a:pt x="260555" y="228250"/>
                    </a:lnTo>
                    <a:lnTo>
                      <a:pt x="260555" y="7226"/>
                    </a:lnTo>
                    <a:cubicBezTo>
                      <a:pt x="260555" y="3400"/>
                      <a:pt x="263530" y="0"/>
                      <a:pt x="267356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13971584" y="2343341"/>
                <a:ext cx="204448" cy="293708"/>
              </a:xfrm>
              <a:custGeom>
                <a:avLst/>
                <a:gdLst>
                  <a:gd name="connsiteX0" fmla="*/ 87135 w 204448"/>
                  <a:gd name="connsiteY0" fmla="*/ 145791 h 293708"/>
                  <a:gd name="connsiteX1" fmla="*/ 117313 w 204448"/>
                  <a:gd name="connsiteY1" fmla="*/ 145791 h 293708"/>
                  <a:gd name="connsiteX2" fmla="*/ 117313 w 204448"/>
                  <a:gd name="connsiteY2" fmla="*/ 163643 h 293708"/>
                  <a:gd name="connsiteX3" fmla="*/ 102437 w 204448"/>
                  <a:gd name="connsiteY3" fmla="*/ 178520 h 293708"/>
                  <a:gd name="connsiteX4" fmla="*/ 87135 w 204448"/>
                  <a:gd name="connsiteY4" fmla="*/ 163643 h 293708"/>
                  <a:gd name="connsiteX5" fmla="*/ 71833 w 204448"/>
                  <a:gd name="connsiteY5" fmla="*/ 145791 h 293708"/>
                  <a:gd name="connsiteX6" fmla="*/ 73108 w 204448"/>
                  <a:gd name="connsiteY6" fmla="*/ 145791 h 293708"/>
                  <a:gd name="connsiteX7" fmla="*/ 73108 w 204448"/>
                  <a:gd name="connsiteY7" fmla="*/ 163643 h 293708"/>
                  <a:gd name="connsiteX8" fmla="*/ 102437 w 204448"/>
                  <a:gd name="connsiteY8" fmla="*/ 192971 h 293708"/>
                  <a:gd name="connsiteX9" fmla="*/ 131340 w 204448"/>
                  <a:gd name="connsiteY9" fmla="*/ 163643 h 293708"/>
                  <a:gd name="connsiteX10" fmla="*/ 131340 w 204448"/>
                  <a:gd name="connsiteY10" fmla="*/ 145791 h 293708"/>
                  <a:gd name="connsiteX11" fmla="*/ 132615 w 204448"/>
                  <a:gd name="connsiteY11" fmla="*/ 145791 h 293708"/>
                  <a:gd name="connsiteX12" fmla="*/ 204448 w 204448"/>
                  <a:gd name="connsiteY12" fmla="*/ 218049 h 293708"/>
                  <a:gd name="connsiteX13" fmla="*/ 204448 w 204448"/>
                  <a:gd name="connsiteY13" fmla="*/ 275856 h 293708"/>
                  <a:gd name="connsiteX14" fmla="*/ 186596 w 204448"/>
                  <a:gd name="connsiteY14" fmla="*/ 293708 h 293708"/>
                  <a:gd name="connsiteX15" fmla="*/ 165344 w 204448"/>
                  <a:gd name="connsiteY15" fmla="*/ 293708 h 293708"/>
                  <a:gd name="connsiteX16" fmla="*/ 165344 w 204448"/>
                  <a:gd name="connsiteY16" fmla="*/ 218049 h 293708"/>
                  <a:gd name="connsiteX17" fmla="*/ 158118 w 204448"/>
                  <a:gd name="connsiteY17" fmla="*/ 210823 h 293708"/>
                  <a:gd name="connsiteX18" fmla="*/ 150892 w 204448"/>
                  <a:gd name="connsiteY18" fmla="*/ 218049 h 293708"/>
                  <a:gd name="connsiteX19" fmla="*/ 150892 w 204448"/>
                  <a:gd name="connsiteY19" fmla="*/ 293708 h 293708"/>
                  <a:gd name="connsiteX20" fmla="*/ 53556 w 204448"/>
                  <a:gd name="connsiteY20" fmla="*/ 293708 h 293708"/>
                  <a:gd name="connsiteX21" fmla="*/ 53556 w 204448"/>
                  <a:gd name="connsiteY21" fmla="*/ 218049 h 293708"/>
                  <a:gd name="connsiteX22" fmla="*/ 46330 w 204448"/>
                  <a:gd name="connsiteY22" fmla="*/ 210823 h 293708"/>
                  <a:gd name="connsiteX23" fmla="*/ 39104 w 204448"/>
                  <a:gd name="connsiteY23" fmla="*/ 218049 h 293708"/>
                  <a:gd name="connsiteX24" fmla="*/ 39104 w 204448"/>
                  <a:gd name="connsiteY24" fmla="*/ 293708 h 293708"/>
                  <a:gd name="connsiteX25" fmla="*/ 17852 w 204448"/>
                  <a:gd name="connsiteY25" fmla="*/ 293708 h 293708"/>
                  <a:gd name="connsiteX26" fmla="*/ 0 w 204448"/>
                  <a:gd name="connsiteY26" fmla="*/ 275856 h 293708"/>
                  <a:gd name="connsiteX27" fmla="*/ 0 w 204448"/>
                  <a:gd name="connsiteY27" fmla="*/ 218049 h 293708"/>
                  <a:gd name="connsiteX28" fmla="*/ 71833 w 204448"/>
                  <a:gd name="connsiteY28" fmla="*/ 145791 h 293708"/>
                  <a:gd name="connsiteX29" fmla="*/ 121989 w 204448"/>
                  <a:gd name="connsiteY29" fmla="*/ 78208 h 293708"/>
                  <a:gd name="connsiteX30" fmla="*/ 124964 w 204448"/>
                  <a:gd name="connsiteY30" fmla="*/ 87559 h 293708"/>
                  <a:gd name="connsiteX31" fmla="*/ 138140 w 204448"/>
                  <a:gd name="connsiteY31" fmla="*/ 104986 h 293708"/>
                  <a:gd name="connsiteX32" fmla="*/ 146216 w 204448"/>
                  <a:gd name="connsiteY32" fmla="*/ 106686 h 293708"/>
                  <a:gd name="connsiteX33" fmla="*/ 157693 w 204448"/>
                  <a:gd name="connsiteY33" fmla="*/ 103286 h 293708"/>
                  <a:gd name="connsiteX34" fmla="*/ 139415 w 204448"/>
                  <a:gd name="connsiteY34" fmla="*/ 132189 h 293708"/>
                  <a:gd name="connsiteX35" fmla="*/ 132615 w 204448"/>
                  <a:gd name="connsiteY35" fmla="*/ 131764 h 293708"/>
                  <a:gd name="connsiteX36" fmla="*/ 73108 w 204448"/>
                  <a:gd name="connsiteY36" fmla="*/ 131764 h 293708"/>
                  <a:gd name="connsiteX37" fmla="*/ 71833 w 204448"/>
                  <a:gd name="connsiteY37" fmla="*/ 131764 h 293708"/>
                  <a:gd name="connsiteX38" fmla="*/ 65032 w 204448"/>
                  <a:gd name="connsiteY38" fmla="*/ 132189 h 293708"/>
                  <a:gd name="connsiteX39" fmla="*/ 46755 w 204448"/>
                  <a:gd name="connsiteY39" fmla="*/ 104561 h 293708"/>
                  <a:gd name="connsiteX40" fmla="*/ 48455 w 204448"/>
                  <a:gd name="connsiteY40" fmla="*/ 104561 h 293708"/>
                  <a:gd name="connsiteX41" fmla="*/ 68432 w 204448"/>
                  <a:gd name="connsiteY41" fmla="*/ 91384 h 293708"/>
                  <a:gd name="connsiteX42" fmla="*/ 69283 w 204448"/>
                  <a:gd name="connsiteY42" fmla="*/ 88834 h 293708"/>
                  <a:gd name="connsiteX43" fmla="*/ 86710 w 204448"/>
                  <a:gd name="connsiteY43" fmla="*/ 91810 h 293708"/>
                  <a:gd name="connsiteX44" fmla="*/ 121989 w 204448"/>
                  <a:gd name="connsiteY44" fmla="*/ 78208 h 293708"/>
                  <a:gd name="connsiteX45" fmla="*/ 80758 w 204448"/>
                  <a:gd name="connsiteY45" fmla="*/ 0 h 293708"/>
                  <a:gd name="connsiteX46" fmla="*/ 108811 w 204448"/>
                  <a:gd name="connsiteY46" fmla="*/ 7226 h 293708"/>
                  <a:gd name="connsiteX47" fmla="*/ 114762 w 204448"/>
                  <a:gd name="connsiteY47" fmla="*/ 6801 h 293708"/>
                  <a:gd name="connsiteX48" fmla="*/ 159817 w 204448"/>
                  <a:gd name="connsiteY48" fmla="*/ 37404 h 293708"/>
                  <a:gd name="connsiteX49" fmla="*/ 150466 w 204448"/>
                  <a:gd name="connsiteY49" fmla="*/ 90960 h 293708"/>
                  <a:gd name="connsiteX50" fmla="*/ 146216 w 204448"/>
                  <a:gd name="connsiteY50" fmla="*/ 92660 h 293708"/>
                  <a:gd name="connsiteX51" fmla="*/ 143665 w 204448"/>
                  <a:gd name="connsiteY51" fmla="*/ 91810 h 293708"/>
                  <a:gd name="connsiteX52" fmla="*/ 138990 w 204448"/>
                  <a:gd name="connsiteY52" fmla="*/ 86285 h 293708"/>
                  <a:gd name="connsiteX53" fmla="*/ 120713 w 204448"/>
                  <a:gd name="connsiteY53" fmla="*/ 58232 h 293708"/>
                  <a:gd name="connsiteX54" fmla="*/ 86709 w 204448"/>
                  <a:gd name="connsiteY54" fmla="*/ 77784 h 293708"/>
                  <a:gd name="connsiteX55" fmla="*/ 62481 w 204448"/>
                  <a:gd name="connsiteY55" fmla="*/ 70558 h 293708"/>
                  <a:gd name="connsiteX56" fmla="*/ 55255 w 204448"/>
                  <a:gd name="connsiteY56" fmla="*/ 85860 h 293708"/>
                  <a:gd name="connsiteX57" fmla="*/ 48455 w 204448"/>
                  <a:gd name="connsiteY57" fmla="*/ 90535 h 293708"/>
                  <a:gd name="connsiteX58" fmla="*/ 42079 w 204448"/>
                  <a:gd name="connsiteY58" fmla="*/ 85860 h 293708"/>
                  <a:gd name="connsiteX59" fmla="*/ 39954 w 204448"/>
                  <a:gd name="connsiteY59" fmla="*/ 37404 h 293708"/>
                  <a:gd name="connsiteX60" fmla="*/ 39954 w 204448"/>
                  <a:gd name="connsiteY60" fmla="*/ 36554 h 293708"/>
                  <a:gd name="connsiteX61" fmla="*/ 80758 w 204448"/>
                  <a:gd name="connsiteY61" fmla="*/ 0 h 293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04448" h="293708">
                    <a:moveTo>
                      <a:pt x="87135" y="145791"/>
                    </a:moveTo>
                    <a:lnTo>
                      <a:pt x="117313" y="145791"/>
                    </a:lnTo>
                    <a:lnTo>
                      <a:pt x="117313" y="163643"/>
                    </a:lnTo>
                    <a:cubicBezTo>
                      <a:pt x="117313" y="171719"/>
                      <a:pt x="110512" y="178520"/>
                      <a:pt x="102437" y="178520"/>
                    </a:cubicBezTo>
                    <a:cubicBezTo>
                      <a:pt x="93936" y="178520"/>
                      <a:pt x="87135" y="171719"/>
                      <a:pt x="87135" y="163643"/>
                    </a:cubicBezTo>
                    <a:close/>
                    <a:moveTo>
                      <a:pt x="71833" y="145791"/>
                    </a:moveTo>
                    <a:lnTo>
                      <a:pt x="73108" y="145791"/>
                    </a:lnTo>
                    <a:lnTo>
                      <a:pt x="73108" y="163643"/>
                    </a:lnTo>
                    <a:cubicBezTo>
                      <a:pt x="73108" y="179795"/>
                      <a:pt x="86285" y="192971"/>
                      <a:pt x="102437" y="192971"/>
                    </a:cubicBezTo>
                    <a:cubicBezTo>
                      <a:pt x="118163" y="192971"/>
                      <a:pt x="131340" y="179795"/>
                      <a:pt x="131340" y="163643"/>
                    </a:cubicBezTo>
                    <a:lnTo>
                      <a:pt x="131340" y="145791"/>
                    </a:lnTo>
                    <a:lnTo>
                      <a:pt x="132615" y="145791"/>
                    </a:lnTo>
                    <a:cubicBezTo>
                      <a:pt x="172144" y="145791"/>
                      <a:pt x="204448" y="178095"/>
                      <a:pt x="204448" y="218049"/>
                    </a:cubicBezTo>
                    <a:lnTo>
                      <a:pt x="204448" y="275856"/>
                    </a:lnTo>
                    <a:cubicBezTo>
                      <a:pt x="204448" y="285632"/>
                      <a:pt x="196372" y="293708"/>
                      <a:pt x="186596" y="293708"/>
                    </a:cubicBezTo>
                    <a:lnTo>
                      <a:pt x="165344" y="293708"/>
                    </a:lnTo>
                    <a:lnTo>
                      <a:pt x="165344" y="218049"/>
                    </a:lnTo>
                    <a:cubicBezTo>
                      <a:pt x="165344" y="214224"/>
                      <a:pt x="161943" y="210823"/>
                      <a:pt x="158118" y="210823"/>
                    </a:cubicBezTo>
                    <a:cubicBezTo>
                      <a:pt x="154292" y="210823"/>
                      <a:pt x="150892" y="214224"/>
                      <a:pt x="150892" y="218049"/>
                    </a:cubicBezTo>
                    <a:lnTo>
                      <a:pt x="150892" y="293708"/>
                    </a:lnTo>
                    <a:lnTo>
                      <a:pt x="53556" y="293708"/>
                    </a:lnTo>
                    <a:lnTo>
                      <a:pt x="53556" y="218049"/>
                    </a:lnTo>
                    <a:cubicBezTo>
                      <a:pt x="53556" y="214224"/>
                      <a:pt x="50156" y="210823"/>
                      <a:pt x="46330" y="210823"/>
                    </a:cubicBezTo>
                    <a:cubicBezTo>
                      <a:pt x="42505" y="210823"/>
                      <a:pt x="39104" y="214224"/>
                      <a:pt x="39104" y="218049"/>
                    </a:cubicBezTo>
                    <a:lnTo>
                      <a:pt x="39104" y="293708"/>
                    </a:lnTo>
                    <a:lnTo>
                      <a:pt x="17852" y="293708"/>
                    </a:lnTo>
                    <a:cubicBezTo>
                      <a:pt x="8076" y="293708"/>
                      <a:pt x="0" y="285632"/>
                      <a:pt x="0" y="275856"/>
                    </a:cubicBezTo>
                    <a:lnTo>
                      <a:pt x="0" y="218049"/>
                    </a:lnTo>
                    <a:cubicBezTo>
                      <a:pt x="0" y="178095"/>
                      <a:pt x="32304" y="145791"/>
                      <a:pt x="71833" y="145791"/>
                    </a:cubicBezTo>
                    <a:close/>
                    <a:moveTo>
                      <a:pt x="121989" y="78208"/>
                    </a:moveTo>
                    <a:cubicBezTo>
                      <a:pt x="123689" y="81183"/>
                      <a:pt x="124539" y="84159"/>
                      <a:pt x="124964" y="87559"/>
                    </a:cubicBezTo>
                    <a:cubicBezTo>
                      <a:pt x="125814" y="95210"/>
                      <a:pt x="130915" y="102011"/>
                      <a:pt x="138140" y="104986"/>
                    </a:cubicBezTo>
                    <a:cubicBezTo>
                      <a:pt x="140691" y="106261"/>
                      <a:pt x="143241" y="106686"/>
                      <a:pt x="146216" y="106686"/>
                    </a:cubicBezTo>
                    <a:cubicBezTo>
                      <a:pt x="150467" y="106686"/>
                      <a:pt x="154292" y="105411"/>
                      <a:pt x="157693" y="103286"/>
                    </a:cubicBezTo>
                    <a:cubicBezTo>
                      <a:pt x="154717" y="114762"/>
                      <a:pt x="147916" y="124538"/>
                      <a:pt x="139415" y="132189"/>
                    </a:cubicBezTo>
                    <a:cubicBezTo>
                      <a:pt x="136865" y="131764"/>
                      <a:pt x="134740" y="131764"/>
                      <a:pt x="132615" y="131764"/>
                    </a:cubicBezTo>
                    <a:lnTo>
                      <a:pt x="73108" y="131764"/>
                    </a:lnTo>
                    <a:lnTo>
                      <a:pt x="71833" y="131764"/>
                    </a:lnTo>
                    <a:cubicBezTo>
                      <a:pt x="69708" y="131764"/>
                      <a:pt x="67157" y="131764"/>
                      <a:pt x="65032" y="132189"/>
                    </a:cubicBezTo>
                    <a:cubicBezTo>
                      <a:pt x="56531" y="124963"/>
                      <a:pt x="50155" y="115187"/>
                      <a:pt x="46755" y="104561"/>
                    </a:cubicBezTo>
                    <a:lnTo>
                      <a:pt x="48455" y="104561"/>
                    </a:lnTo>
                    <a:cubicBezTo>
                      <a:pt x="56956" y="104561"/>
                      <a:pt x="65032" y="99460"/>
                      <a:pt x="68432" y="91384"/>
                    </a:cubicBezTo>
                    <a:cubicBezTo>
                      <a:pt x="68432" y="90534"/>
                      <a:pt x="68857" y="89684"/>
                      <a:pt x="69283" y="88834"/>
                    </a:cubicBezTo>
                    <a:cubicBezTo>
                      <a:pt x="74808" y="90534"/>
                      <a:pt x="80759" y="91810"/>
                      <a:pt x="86710" y="91810"/>
                    </a:cubicBezTo>
                    <a:cubicBezTo>
                      <a:pt x="100311" y="91810"/>
                      <a:pt x="112212" y="86709"/>
                      <a:pt x="121989" y="78208"/>
                    </a:cubicBezTo>
                    <a:close/>
                    <a:moveTo>
                      <a:pt x="80758" y="0"/>
                    </a:moveTo>
                    <a:cubicBezTo>
                      <a:pt x="93085" y="0"/>
                      <a:pt x="104136" y="5101"/>
                      <a:pt x="108811" y="7226"/>
                    </a:cubicBezTo>
                    <a:cubicBezTo>
                      <a:pt x="110937" y="6801"/>
                      <a:pt x="113062" y="6801"/>
                      <a:pt x="114762" y="6801"/>
                    </a:cubicBezTo>
                    <a:cubicBezTo>
                      <a:pt x="143240" y="6801"/>
                      <a:pt x="158117" y="34429"/>
                      <a:pt x="159817" y="37404"/>
                    </a:cubicBezTo>
                    <a:cubicBezTo>
                      <a:pt x="174269" y="62482"/>
                      <a:pt x="160242" y="83309"/>
                      <a:pt x="150466" y="90960"/>
                    </a:cubicBezTo>
                    <a:cubicBezTo>
                      <a:pt x="149191" y="91810"/>
                      <a:pt x="147916" y="92660"/>
                      <a:pt x="146216" y="92660"/>
                    </a:cubicBezTo>
                    <a:cubicBezTo>
                      <a:pt x="145366" y="92660"/>
                      <a:pt x="144515" y="92235"/>
                      <a:pt x="143665" y="91810"/>
                    </a:cubicBezTo>
                    <a:cubicBezTo>
                      <a:pt x="141115" y="90960"/>
                      <a:pt x="139415" y="88835"/>
                      <a:pt x="138990" y="86285"/>
                    </a:cubicBezTo>
                    <a:cubicBezTo>
                      <a:pt x="137715" y="70983"/>
                      <a:pt x="127089" y="62057"/>
                      <a:pt x="120713" y="58232"/>
                    </a:cubicBezTo>
                    <a:cubicBezTo>
                      <a:pt x="111362" y="70983"/>
                      <a:pt x="99885" y="77784"/>
                      <a:pt x="86709" y="77784"/>
                    </a:cubicBezTo>
                    <a:cubicBezTo>
                      <a:pt x="76508" y="77784"/>
                      <a:pt x="67582" y="73533"/>
                      <a:pt x="62481" y="70558"/>
                    </a:cubicBezTo>
                    <a:cubicBezTo>
                      <a:pt x="60356" y="73958"/>
                      <a:pt x="57381" y="79909"/>
                      <a:pt x="55255" y="85860"/>
                    </a:cubicBezTo>
                    <a:cubicBezTo>
                      <a:pt x="53980" y="88410"/>
                      <a:pt x="51430" y="90535"/>
                      <a:pt x="48455" y="90535"/>
                    </a:cubicBezTo>
                    <a:cubicBezTo>
                      <a:pt x="45479" y="90110"/>
                      <a:pt x="42929" y="88410"/>
                      <a:pt x="42079" y="85860"/>
                    </a:cubicBezTo>
                    <a:cubicBezTo>
                      <a:pt x="34853" y="67583"/>
                      <a:pt x="39529" y="38679"/>
                      <a:pt x="39954" y="37404"/>
                    </a:cubicBezTo>
                    <a:cubicBezTo>
                      <a:pt x="39954" y="36979"/>
                      <a:pt x="39954" y="36979"/>
                      <a:pt x="39954" y="36554"/>
                    </a:cubicBezTo>
                    <a:cubicBezTo>
                      <a:pt x="48030" y="6376"/>
                      <a:pt x="66732" y="0"/>
                      <a:pt x="80758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4492692" y="2343341"/>
                <a:ext cx="204448" cy="293708"/>
              </a:xfrm>
              <a:custGeom>
                <a:avLst/>
                <a:gdLst>
                  <a:gd name="connsiteX0" fmla="*/ 87135 w 204448"/>
                  <a:gd name="connsiteY0" fmla="*/ 145791 h 293708"/>
                  <a:gd name="connsiteX1" fmla="*/ 116888 w 204448"/>
                  <a:gd name="connsiteY1" fmla="*/ 145791 h 293708"/>
                  <a:gd name="connsiteX2" fmla="*/ 116888 w 204448"/>
                  <a:gd name="connsiteY2" fmla="*/ 163643 h 293708"/>
                  <a:gd name="connsiteX3" fmla="*/ 102012 w 204448"/>
                  <a:gd name="connsiteY3" fmla="*/ 178520 h 293708"/>
                  <a:gd name="connsiteX4" fmla="*/ 87135 w 204448"/>
                  <a:gd name="connsiteY4" fmla="*/ 163643 h 293708"/>
                  <a:gd name="connsiteX5" fmla="*/ 71833 w 204448"/>
                  <a:gd name="connsiteY5" fmla="*/ 145791 h 293708"/>
                  <a:gd name="connsiteX6" fmla="*/ 73108 w 204448"/>
                  <a:gd name="connsiteY6" fmla="*/ 145791 h 293708"/>
                  <a:gd name="connsiteX7" fmla="*/ 73108 w 204448"/>
                  <a:gd name="connsiteY7" fmla="*/ 163643 h 293708"/>
                  <a:gd name="connsiteX8" fmla="*/ 102012 w 204448"/>
                  <a:gd name="connsiteY8" fmla="*/ 192971 h 293708"/>
                  <a:gd name="connsiteX9" fmla="*/ 131340 w 204448"/>
                  <a:gd name="connsiteY9" fmla="*/ 163643 h 293708"/>
                  <a:gd name="connsiteX10" fmla="*/ 131340 w 204448"/>
                  <a:gd name="connsiteY10" fmla="*/ 145791 h 293708"/>
                  <a:gd name="connsiteX11" fmla="*/ 132190 w 204448"/>
                  <a:gd name="connsiteY11" fmla="*/ 145791 h 293708"/>
                  <a:gd name="connsiteX12" fmla="*/ 204448 w 204448"/>
                  <a:gd name="connsiteY12" fmla="*/ 218049 h 293708"/>
                  <a:gd name="connsiteX13" fmla="*/ 204448 w 204448"/>
                  <a:gd name="connsiteY13" fmla="*/ 275856 h 293708"/>
                  <a:gd name="connsiteX14" fmla="*/ 186596 w 204448"/>
                  <a:gd name="connsiteY14" fmla="*/ 293708 h 293708"/>
                  <a:gd name="connsiteX15" fmla="*/ 164919 w 204448"/>
                  <a:gd name="connsiteY15" fmla="*/ 293708 h 293708"/>
                  <a:gd name="connsiteX16" fmla="*/ 164919 w 204448"/>
                  <a:gd name="connsiteY16" fmla="*/ 218049 h 293708"/>
                  <a:gd name="connsiteX17" fmla="*/ 158118 w 204448"/>
                  <a:gd name="connsiteY17" fmla="*/ 210823 h 293708"/>
                  <a:gd name="connsiteX18" fmla="*/ 150892 w 204448"/>
                  <a:gd name="connsiteY18" fmla="*/ 218049 h 293708"/>
                  <a:gd name="connsiteX19" fmla="*/ 150892 w 204448"/>
                  <a:gd name="connsiteY19" fmla="*/ 293708 h 293708"/>
                  <a:gd name="connsiteX20" fmla="*/ 53131 w 204448"/>
                  <a:gd name="connsiteY20" fmla="*/ 293708 h 293708"/>
                  <a:gd name="connsiteX21" fmla="*/ 53131 w 204448"/>
                  <a:gd name="connsiteY21" fmla="*/ 218049 h 293708"/>
                  <a:gd name="connsiteX22" fmla="*/ 46330 w 204448"/>
                  <a:gd name="connsiteY22" fmla="*/ 210823 h 293708"/>
                  <a:gd name="connsiteX23" fmla="*/ 39104 w 204448"/>
                  <a:gd name="connsiteY23" fmla="*/ 218049 h 293708"/>
                  <a:gd name="connsiteX24" fmla="*/ 39104 w 204448"/>
                  <a:gd name="connsiteY24" fmla="*/ 293708 h 293708"/>
                  <a:gd name="connsiteX25" fmla="*/ 17852 w 204448"/>
                  <a:gd name="connsiteY25" fmla="*/ 293708 h 293708"/>
                  <a:gd name="connsiteX26" fmla="*/ 0 w 204448"/>
                  <a:gd name="connsiteY26" fmla="*/ 275856 h 293708"/>
                  <a:gd name="connsiteX27" fmla="*/ 0 w 204448"/>
                  <a:gd name="connsiteY27" fmla="*/ 218049 h 293708"/>
                  <a:gd name="connsiteX28" fmla="*/ 71833 w 204448"/>
                  <a:gd name="connsiteY28" fmla="*/ 145791 h 293708"/>
                  <a:gd name="connsiteX29" fmla="*/ 121564 w 204448"/>
                  <a:gd name="connsiteY29" fmla="*/ 78208 h 293708"/>
                  <a:gd name="connsiteX30" fmla="*/ 124965 w 204448"/>
                  <a:gd name="connsiteY30" fmla="*/ 87559 h 293708"/>
                  <a:gd name="connsiteX31" fmla="*/ 137716 w 204448"/>
                  <a:gd name="connsiteY31" fmla="*/ 104986 h 293708"/>
                  <a:gd name="connsiteX32" fmla="*/ 146217 w 204448"/>
                  <a:gd name="connsiteY32" fmla="*/ 106686 h 293708"/>
                  <a:gd name="connsiteX33" fmla="*/ 157694 w 204448"/>
                  <a:gd name="connsiteY33" fmla="*/ 103286 h 293708"/>
                  <a:gd name="connsiteX34" fmla="*/ 138991 w 204448"/>
                  <a:gd name="connsiteY34" fmla="*/ 132189 h 293708"/>
                  <a:gd name="connsiteX35" fmla="*/ 132191 w 204448"/>
                  <a:gd name="connsiteY35" fmla="*/ 131764 h 293708"/>
                  <a:gd name="connsiteX36" fmla="*/ 73109 w 204448"/>
                  <a:gd name="connsiteY36" fmla="*/ 131764 h 293708"/>
                  <a:gd name="connsiteX37" fmla="*/ 71834 w 204448"/>
                  <a:gd name="connsiteY37" fmla="*/ 131764 h 293708"/>
                  <a:gd name="connsiteX38" fmla="*/ 64608 w 204448"/>
                  <a:gd name="connsiteY38" fmla="*/ 132189 h 293708"/>
                  <a:gd name="connsiteX39" fmla="*/ 46756 w 204448"/>
                  <a:gd name="connsiteY39" fmla="*/ 104561 h 293708"/>
                  <a:gd name="connsiteX40" fmla="*/ 48031 w 204448"/>
                  <a:gd name="connsiteY40" fmla="*/ 104561 h 293708"/>
                  <a:gd name="connsiteX41" fmla="*/ 68008 w 204448"/>
                  <a:gd name="connsiteY41" fmla="*/ 91384 h 293708"/>
                  <a:gd name="connsiteX42" fmla="*/ 68858 w 204448"/>
                  <a:gd name="connsiteY42" fmla="*/ 88834 h 293708"/>
                  <a:gd name="connsiteX43" fmla="*/ 86711 w 204448"/>
                  <a:gd name="connsiteY43" fmla="*/ 91810 h 293708"/>
                  <a:gd name="connsiteX44" fmla="*/ 121564 w 204448"/>
                  <a:gd name="connsiteY44" fmla="*/ 78208 h 293708"/>
                  <a:gd name="connsiteX45" fmla="*/ 80760 w 204448"/>
                  <a:gd name="connsiteY45" fmla="*/ 0 h 293708"/>
                  <a:gd name="connsiteX46" fmla="*/ 108388 w 204448"/>
                  <a:gd name="connsiteY46" fmla="*/ 7226 h 293708"/>
                  <a:gd name="connsiteX47" fmla="*/ 114764 w 204448"/>
                  <a:gd name="connsiteY47" fmla="*/ 6801 h 293708"/>
                  <a:gd name="connsiteX48" fmla="*/ 159394 w 204448"/>
                  <a:gd name="connsiteY48" fmla="*/ 37404 h 293708"/>
                  <a:gd name="connsiteX49" fmla="*/ 150468 w 204448"/>
                  <a:gd name="connsiteY49" fmla="*/ 90960 h 293708"/>
                  <a:gd name="connsiteX50" fmla="*/ 146217 w 204448"/>
                  <a:gd name="connsiteY50" fmla="*/ 92660 h 293708"/>
                  <a:gd name="connsiteX51" fmla="*/ 143242 w 204448"/>
                  <a:gd name="connsiteY51" fmla="*/ 91810 h 293708"/>
                  <a:gd name="connsiteX52" fmla="*/ 138991 w 204448"/>
                  <a:gd name="connsiteY52" fmla="*/ 86285 h 293708"/>
                  <a:gd name="connsiteX53" fmla="*/ 120714 w 204448"/>
                  <a:gd name="connsiteY53" fmla="*/ 58232 h 293708"/>
                  <a:gd name="connsiteX54" fmla="*/ 86710 w 204448"/>
                  <a:gd name="connsiteY54" fmla="*/ 77784 h 293708"/>
                  <a:gd name="connsiteX55" fmla="*/ 62058 w 204448"/>
                  <a:gd name="connsiteY55" fmla="*/ 70558 h 293708"/>
                  <a:gd name="connsiteX56" fmla="*/ 54832 w 204448"/>
                  <a:gd name="connsiteY56" fmla="*/ 85860 h 293708"/>
                  <a:gd name="connsiteX57" fmla="*/ 48456 w 204448"/>
                  <a:gd name="connsiteY57" fmla="*/ 90535 h 293708"/>
                  <a:gd name="connsiteX58" fmla="*/ 41655 w 204448"/>
                  <a:gd name="connsiteY58" fmla="*/ 85860 h 293708"/>
                  <a:gd name="connsiteX59" fmla="*/ 39530 w 204448"/>
                  <a:gd name="connsiteY59" fmla="*/ 37404 h 293708"/>
                  <a:gd name="connsiteX60" fmla="*/ 39955 w 204448"/>
                  <a:gd name="connsiteY60" fmla="*/ 36554 h 293708"/>
                  <a:gd name="connsiteX61" fmla="*/ 80760 w 204448"/>
                  <a:gd name="connsiteY61" fmla="*/ 0 h 293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04448" h="293708">
                    <a:moveTo>
                      <a:pt x="87135" y="145791"/>
                    </a:moveTo>
                    <a:lnTo>
                      <a:pt x="116888" y="145791"/>
                    </a:lnTo>
                    <a:lnTo>
                      <a:pt x="116888" y="163643"/>
                    </a:lnTo>
                    <a:cubicBezTo>
                      <a:pt x="116888" y="171719"/>
                      <a:pt x="110512" y="178520"/>
                      <a:pt x="102012" y="178520"/>
                    </a:cubicBezTo>
                    <a:cubicBezTo>
                      <a:pt x="93936" y="178520"/>
                      <a:pt x="87135" y="171719"/>
                      <a:pt x="87135" y="163643"/>
                    </a:cubicBezTo>
                    <a:close/>
                    <a:moveTo>
                      <a:pt x="71833" y="145791"/>
                    </a:moveTo>
                    <a:lnTo>
                      <a:pt x="73108" y="145791"/>
                    </a:lnTo>
                    <a:lnTo>
                      <a:pt x="73108" y="163643"/>
                    </a:lnTo>
                    <a:cubicBezTo>
                      <a:pt x="73108" y="179795"/>
                      <a:pt x="85860" y="192971"/>
                      <a:pt x="102012" y="192971"/>
                    </a:cubicBezTo>
                    <a:cubicBezTo>
                      <a:pt x="118163" y="192971"/>
                      <a:pt x="131340" y="179795"/>
                      <a:pt x="131340" y="163643"/>
                    </a:cubicBezTo>
                    <a:lnTo>
                      <a:pt x="131340" y="145791"/>
                    </a:lnTo>
                    <a:lnTo>
                      <a:pt x="132190" y="145791"/>
                    </a:lnTo>
                    <a:cubicBezTo>
                      <a:pt x="172144" y="145791"/>
                      <a:pt x="204448" y="178095"/>
                      <a:pt x="204448" y="218049"/>
                    </a:cubicBezTo>
                    <a:lnTo>
                      <a:pt x="204448" y="275856"/>
                    </a:lnTo>
                    <a:cubicBezTo>
                      <a:pt x="204448" y="285632"/>
                      <a:pt x="196372" y="293708"/>
                      <a:pt x="186596" y="293708"/>
                    </a:cubicBezTo>
                    <a:lnTo>
                      <a:pt x="164919" y="293708"/>
                    </a:lnTo>
                    <a:lnTo>
                      <a:pt x="164919" y="218049"/>
                    </a:lnTo>
                    <a:cubicBezTo>
                      <a:pt x="164919" y="214224"/>
                      <a:pt x="161943" y="210823"/>
                      <a:pt x="158118" y="210823"/>
                    </a:cubicBezTo>
                    <a:cubicBezTo>
                      <a:pt x="153867" y="210823"/>
                      <a:pt x="150892" y="214224"/>
                      <a:pt x="150892" y="218049"/>
                    </a:cubicBezTo>
                    <a:lnTo>
                      <a:pt x="150892" y="293708"/>
                    </a:lnTo>
                    <a:lnTo>
                      <a:pt x="53131" y="293708"/>
                    </a:lnTo>
                    <a:lnTo>
                      <a:pt x="53131" y="218049"/>
                    </a:lnTo>
                    <a:cubicBezTo>
                      <a:pt x="53131" y="214224"/>
                      <a:pt x="50156" y="210823"/>
                      <a:pt x="46330" y="210823"/>
                    </a:cubicBezTo>
                    <a:cubicBezTo>
                      <a:pt x="42505" y="210823"/>
                      <a:pt x="39104" y="214224"/>
                      <a:pt x="39104" y="218049"/>
                    </a:cubicBezTo>
                    <a:lnTo>
                      <a:pt x="39104" y="293708"/>
                    </a:lnTo>
                    <a:lnTo>
                      <a:pt x="17852" y="293708"/>
                    </a:lnTo>
                    <a:cubicBezTo>
                      <a:pt x="8076" y="293708"/>
                      <a:pt x="0" y="285632"/>
                      <a:pt x="0" y="275856"/>
                    </a:cubicBezTo>
                    <a:lnTo>
                      <a:pt x="0" y="218049"/>
                    </a:lnTo>
                    <a:cubicBezTo>
                      <a:pt x="0" y="178095"/>
                      <a:pt x="32304" y="145791"/>
                      <a:pt x="71833" y="145791"/>
                    </a:cubicBezTo>
                    <a:close/>
                    <a:moveTo>
                      <a:pt x="121564" y="78208"/>
                    </a:moveTo>
                    <a:cubicBezTo>
                      <a:pt x="123265" y="81183"/>
                      <a:pt x="124540" y="84159"/>
                      <a:pt x="124965" y="87559"/>
                    </a:cubicBezTo>
                    <a:cubicBezTo>
                      <a:pt x="125815" y="95210"/>
                      <a:pt x="130916" y="102011"/>
                      <a:pt x="137716" y="104986"/>
                    </a:cubicBezTo>
                    <a:cubicBezTo>
                      <a:pt x="140692" y="106261"/>
                      <a:pt x="143242" y="106686"/>
                      <a:pt x="146217" y="106686"/>
                    </a:cubicBezTo>
                    <a:cubicBezTo>
                      <a:pt x="150043" y="106686"/>
                      <a:pt x="154293" y="105411"/>
                      <a:pt x="157694" y="103286"/>
                    </a:cubicBezTo>
                    <a:cubicBezTo>
                      <a:pt x="154293" y="114762"/>
                      <a:pt x="147917" y="124538"/>
                      <a:pt x="138991" y="132189"/>
                    </a:cubicBezTo>
                    <a:cubicBezTo>
                      <a:pt x="136866" y="131764"/>
                      <a:pt x="134741" y="131764"/>
                      <a:pt x="132191" y="131764"/>
                    </a:cubicBezTo>
                    <a:lnTo>
                      <a:pt x="73109" y="131764"/>
                    </a:lnTo>
                    <a:lnTo>
                      <a:pt x="71834" y="131764"/>
                    </a:lnTo>
                    <a:cubicBezTo>
                      <a:pt x="69284" y="131764"/>
                      <a:pt x="67158" y="131764"/>
                      <a:pt x="64608" y="132189"/>
                    </a:cubicBezTo>
                    <a:cubicBezTo>
                      <a:pt x="56107" y="124963"/>
                      <a:pt x="49731" y="115187"/>
                      <a:pt x="46756" y="104561"/>
                    </a:cubicBezTo>
                    <a:lnTo>
                      <a:pt x="48031" y="104561"/>
                    </a:lnTo>
                    <a:cubicBezTo>
                      <a:pt x="56957" y="104561"/>
                      <a:pt x="65033" y="99460"/>
                      <a:pt x="68008" y="91384"/>
                    </a:cubicBezTo>
                    <a:cubicBezTo>
                      <a:pt x="68433" y="90534"/>
                      <a:pt x="68858" y="89684"/>
                      <a:pt x="68858" y="88834"/>
                    </a:cubicBezTo>
                    <a:cubicBezTo>
                      <a:pt x="74809" y="90534"/>
                      <a:pt x="80760" y="91810"/>
                      <a:pt x="86711" y="91810"/>
                    </a:cubicBezTo>
                    <a:cubicBezTo>
                      <a:pt x="100312" y="91810"/>
                      <a:pt x="112213" y="86709"/>
                      <a:pt x="121564" y="78208"/>
                    </a:cubicBezTo>
                    <a:close/>
                    <a:moveTo>
                      <a:pt x="80760" y="0"/>
                    </a:moveTo>
                    <a:cubicBezTo>
                      <a:pt x="92661" y="0"/>
                      <a:pt x="103712" y="5101"/>
                      <a:pt x="108388" y="7226"/>
                    </a:cubicBezTo>
                    <a:cubicBezTo>
                      <a:pt x="110513" y="6801"/>
                      <a:pt x="112638" y="6801"/>
                      <a:pt x="114764" y="6801"/>
                    </a:cubicBezTo>
                    <a:cubicBezTo>
                      <a:pt x="142817" y="6801"/>
                      <a:pt x="157694" y="34429"/>
                      <a:pt x="159394" y="37404"/>
                    </a:cubicBezTo>
                    <a:cubicBezTo>
                      <a:pt x="174270" y="62482"/>
                      <a:pt x="160244" y="83309"/>
                      <a:pt x="150468" y="90960"/>
                    </a:cubicBezTo>
                    <a:cubicBezTo>
                      <a:pt x="149193" y="91810"/>
                      <a:pt x="147492" y="92660"/>
                      <a:pt x="146217" y="92660"/>
                    </a:cubicBezTo>
                    <a:cubicBezTo>
                      <a:pt x="145367" y="92660"/>
                      <a:pt x="144092" y="92235"/>
                      <a:pt x="143242" y="91810"/>
                    </a:cubicBezTo>
                    <a:cubicBezTo>
                      <a:pt x="141117" y="90960"/>
                      <a:pt x="139416" y="88835"/>
                      <a:pt x="138991" y="86285"/>
                    </a:cubicBezTo>
                    <a:cubicBezTo>
                      <a:pt x="137291" y="70983"/>
                      <a:pt x="127090" y="62057"/>
                      <a:pt x="120714" y="58232"/>
                    </a:cubicBezTo>
                    <a:cubicBezTo>
                      <a:pt x="111363" y="70983"/>
                      <a:pt x="99887" y="77784"/>
                      <a:pt x="86710" y="77784"/>
                    </a:cubicBezTo>
                    <a:cubicBezTo>
                      <a:pt x="76509" y="77784"/>
                      <a:pt x="67583" y="73533"/>
                      <a:pt x="62058" y="70558"/>
                    </a:cubicBezTo>
                    <a:cubicBezTo>
                      <a:pt x="60357" y="73958"/>
                      <a:pt x="57382" y="79909"/>
                      <a:pt x="54832" y="85860"/>
                    </a:cubicBezTo>
                    <a:cubicBezTo>
                      <a:pt x="53982" y="88410"/>
                      <a:pt x="51006" y="90535"/>
                      <a:pt x="48456" y="90535"/>
                    </a:cubicBezTo>
                    <a:cubicBezTo>
                      <a:pt x="45481" y="90110"/>
                      <a:pt x="42931" y="88410"/>
                      <a:pt x="41655" y="85860"/>
                    </a:cubicBezTo>
                    <a:cubicBezTo>
                      <a:pt x="34855" y="67583"/>
                      <a:pt x="39530" y="38679"/>
                      <a:pt x="39530" y="37404"/>
                    </a:cubicBezTo>
                    <a:cubicBezTo>
                      <a:pt x="39530" y="36979"/>
                      <a:pt x="39530" y="36979"/>
                      <a:pt x="39955" y="36554"/>
                    </a:cubicBezTo>
                    <a:cubicBezTo>
                      <a:pt x="48031" y="6376"/>
                      <a:pt x="66308" y="0"/>
                      <a:pt x="80760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4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7" name="矩形: 圆角 66"/>
          <p:cNvSpPr/>
          <p:nvPr/>
        </p:nvSpPr>
        <p:spPr>
          <a:xfrm>
            <a:off x="3090334" y="4463428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多系统层：航电专家角色</a:t>
            </a: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标准背景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3080076" y="4983158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任务层：具体功能提示模板 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9" name="矩形: 圆角 68"/>
          <p:cNvSpPr/>
          <p:nvPr/>
        </p:nvSpPr>
        <p:spPr>
          <a:xfrm>
            <a:off x="3090334" y="5502888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示例层：</a:t>
            </a: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</a:rPr>
              <a:t>2-5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个代码示例 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3090334" y="6022617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知识层：注入领域知识 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1" name="矩形: 圆角 70"/>
          <p:cNvSpPr/>
          <p:nvPr/>
        </p:nvSpPr>
        <p:spPr>
          <a:xfrm>
            <a:off x="7077904" y="4440559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编译检查（</a:t>
            </a: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</a:rPr>
              <a:t>GCC/Clang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） 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7077904" y="4960289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静态分析（</a:t>
            </a:r>
            <a:r>
              <a:rPr lang="en-US" altLang="zh-CN" sz="1400" dirty="0" err="1">
                <a:solidFill>
                  <a:schemeClr val="tx2">
                    <a:lumMod val="75000"/>
                  </a:schemeClr>
                </a:solidFill>
              </a:rPr>
              <a:t>Cppcheck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） 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3" name="矩形: 圆角 72"/>
          <p:cNvSpPr/>
          <p:nvPr/>
        </p:nvSpPr>
        <p:spPr>
          <a:xfrm>
            <a:off x="7077904" y="5480019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标准符合性（</a:t>
            </a: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</a:rPr>
              <a:t>ARINC653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规则） 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4" name="矩形: 圆角 73"/>
          <p:cNvSpPr/>
          <p:nvPr/>
        </p:nvSpPr>
        <p:spPr>
          <a:xfrm>
            <a:off x="7077904" y="5999748"/>
            <a:ext cx="3005666" cy="422557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</a:rPr>
              <a:t>代码质量（复杂度、可维护性） 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614742" y="1264283"/>
            <a:ext cx="1879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质量不符合规范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矩形: 圆角 54"/>
          <p:cNvSpPr/>
          <p:nvPr/>
        </p:nvSpPr>
        <p:spPr>
          <a:xfrm>
            <a:off x="0" y="557530"/>
            <a:ext cx="12192000" cy="6055995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用中文</a:t>
            </a:r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/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英文自然语言描述系统需求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  <a:p>
            <a:pPr algn="ctr" fontAlgn="auto"/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    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作为基线对比，体现形式化输入的优势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13318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部分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45" name="文本框 76"/>
          <p:cNvSpPr txBox="1"/>
          <p:nvPr/>
        </p:nvSpPr>
        <p:spPr>
          <a:xfrm>
            <a:off x="244475" y="4003675"/>
            <a:ext cx="110648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流程阶段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46" name="文本框 77"/>
          <p:cNvSpPr txBox="1"/>
          <p:nvPr/>
        </p:nvSpPr>
        <p:spPr>
          <a:xfrm>
            <a:off x="1533525" y="4003675"/>
            <a:ext cx="15684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55" name="文本框 86"/>
          <p:cNvSpPr txBox="1"/>
          <p:nvPr/>
        </p:nvSpPr>
        <p:spPr>
          <a:xfrm>
            <a:off x="4929188" y="4003675"/>
            <a:ext cx="15684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LLM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辅助开发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" name="图片 1" descr="335eb7dff72800ac8c350c4e3d385d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240" y="908050"/>
            <a:ext cx="7630795" cy="3096260"/>
          </a:xfrm>
          <a:prstGeom prst="rect">
            <a:avLst/>
          </a:prstGeom>
        </p:spPr>
      </p:pic>
      <p:sp>
        <p:nvSpPr>
          <p:cNvPr id="5" name="矩形: 圆角 43"/>
          <p:cNvSpPr/>
          <p:nvPr/>
        </p:nvSpPr>
        <p:spPr>
          <a:xfrm>
            <a:off x="3698240" y="4199890"/>
            <a:ext cx="7630160" cy="2153285"/>
          </a:xfrm>
          <a:prstGeom prst="roundRect">
            <a:avLst>
              <a:gd name="adj" fmla="val 3653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编译检查：使用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 gcc -fsyntax-only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检查语法错误、类型不匹配、未声明符号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  <a:p>
            <a:pPr algn="l"/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静态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分析：检查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 MISRA C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风格问题：空指针、未初始化变量、资源泄漏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  <a:p>
            <a:pPr algn="l"/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运行时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检查：基于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 POK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开源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 ARINC 653 RTOS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搭建虚拟机环境，验证分区调度、端口通信、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HM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回调的运行时行为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44475" y="1487805"/>
            <a:ext cx="3390265" cy="4865370"/>
            <a:chOff x="1536" y="3123"/>
            <a:chExt cx="5339" cy="7662"/>
          </a:xfrm>
        </p:grpSpPr>
        <p:sp>
          <p:nvSpPr>
            <p:cNvPr id="13" name="矩形: 圆角 49"/>
            <p:cNvSpPr/>
            <p:nvPr/>
          </p:nvSpPr>
          <p:spPr>
            <a:xfrm>
              <a:off x="1536" y="3123"/>
              <a:ext cx="5232" cy="7662"/>
            </a:xfrm>
            <a:prstGeom prst="roundRect">
              <a:avLst>
                <a:gd name="adj" fmla="val 6013"/>
              </a:avLst>
            </a:prstGeom>
            <a:gradFill flip="none" rotWithShape="1">
              <a:gsLst>
                <a:gs pos="0">
                  <a:schemeClr val="accent1"/>
                </a:gs>
                <a:gs pos="81000">
                  <a:schemeClr val="accent2"/>
                </a:gs>
                <a:gs pos="100000">
                  <a:schemeClr val="accent2">
                    <a:lumMod val="50000"/>
                    <a:lumOff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reflection blurRad="139700" stA="52000" endA="300" endPos="10000" dir="5400000" sy="-100000" algn="bl" rotWithShape="0"/>
            </a:effectLst>
          </p:spPr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7" name="矩形: 圆角 50"/>
            <p:cNvSpPr/>
            <p:nvPr/>
          </p:nvSpPr>
          <p:spPr>
            <a:xfrm>
              <a:off x="1537" y="4090"/>
              <a:ext cx="5231" cy="6187"/>
            </a:xfrm>
            <a:prstGeom prst="roundRect">
              <a:avLst>
                <a:gd name="adj" fmla="val 6418"/>
              </a:avLst>
            </a:prstGeom>
            <a:gradFill flip="none" rotWithShape="1">
              <a:gsLst>
                <a:gs pos="100000">
                  <a:schemeClr val="bg1">
                    <a:alpha val="88000"/>
                  </a:schemeClr>
                </a:gs>
                <a:gs pos="72000">
                  <a:schemeClr val="bg1">
                    <a:alpha val="87000"/>
                  </a:schemeClr>
                </a:gs>
                <a:gs pos="14000">
                  <a:schemeClr val="bg1">
                    <a:alpha val="95000"/>
                  </a:schemeClr>
                </a:gs>
              </a:gsLst>
              <a:lin ang="2700000" scaled="1"/>
              <a:tileRect/>
            </a:gradFill>
            <a:ln w="952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166" y="3300"/>
              <a:ext cx="1728" cy="5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评估</a:t>
              </a:r>
              <a:r>
                <a:rPr lang="zh-CN" altLang="en-US" b="1" dirty="0">
                  <a:solidFill>
                    <a:schemeClr val="bg1"/>
                  </a:solidFill>
                </a:rPr>
                <a:t>标准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717" y="4778"/>
              <a:ext cx="1331" cy="10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2"/>
                  </a:solidFill>
                </a:rPr>
                <a:t>结构</a:t>
              </a:r>
              <a:r>
                <a:rPr lang="zh-CN" altLang="en-US" sz="1600" dirty="0">
                  <a:solidFill>
                    <a:schemeClr val="tx2"/>
                  </a:solidFill>
                </a:rPr>
                <a:t>完整性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279" y="4465"/>
              <a:ext cx="3264" cy="1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2"/>
                  </a:solidFill>
                </a:rPr>
                <a:t>11</a:t>
              </a:r>
              <a:r>
                <a:rPr lang="zh-CN" altLang="en-US" sz="1600" dirty="0">
                  <a:solidFill>
                    <a:schemeClr val="tx2"/>
                  </a:solidFill>
                </a:rPr>
                <a:t>文件是否存在、函数签名、头文件保护、宏定义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57" y="6549"/>
              <a:ext cx="1492" cy="10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2"/>
                  </a:solidFill>
                </a:rPr>
                <a:t>API</a:t>
              </a:r>
              <a:r>
                <a:rPr lang="zh-CN" altLang="en-US" sz="1600" dirty="0">
                  <a:solidFill>
                    <a:schemeClr val="tx2"/>
                  </a:solidFill>
                </a:rPr>
                <a:t>正确性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16" y="6002"/>
              <a:ext cx="3659" cy="2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2"/>
                  </a:solidFill>
                </a:rPr>
                <a:t>CREATE_xxx </a:t>
              </a:r>
              <a:r>
                <a:rPr lang="zh-CN" altLang="en-US" sz="1600" dirty="0">
                  <a:solidFill>
                    <a:schemeClr val="tx2"/>
                  </a:solidFill>
                </a:rPr>
                <a:t>数量、端口方向读写</a:t>
              </a:r>
              <a:r>
                <a:rPr lang="en-US" altLang="zh-CN" sz="1600" dirty="0">
                  <a:solidFill>
                    <a:schemeClr val="tx2"/>
                  </a:solidFill>
                </a:rPr>
                <a:t>API</a:t>
              </a:r>
              <a:r>
                <a:rPr lang="zh-CN" altLang="en-US" sz="1600" dirty="0">
                  <a:solidFill>
                    <a:schemeClr val="tx2"/>
                  </a:solidFill>
                </a:rPr>
                <a:t>、</a:t>
              </a:r>
              <a:r>
                <a:rPr lang="en-US" altLang="zh-CN" sz="1600" dirty="0">
                  <a:solidFill>
                    <a:schemeClr val="tx2"/>
                  </a:solidFill>
                </a:rPr>
                <a:t>PERIODIC_WAIT</a:t>
              </a:r>
              <a:r>
                <a:rPr lang="zh-CN" altLang="en-US" sz="1600" dirty="0">
                  <a:solidFill>
                    <a:schemeClr val="tx2"/>
                  </a:solidFill>
                </a:rPr>
                <a:t>、</a:t>
              </a:r>
              <a:r>
                <a:rPr lang="en-US" altLang="zh-CN" sz="1600" dirty="0">
                  <a:solidFill>
                    <a:schemeClr val="tx2"/>
                  </a:solidFill>
                </a:rPr>
                <a:t>SET_PARTITION_MODE</a:t>
              </a:r>
              <a:endParaRPr lang="en-US" altLang="zh-CN" sz="1600" dirty="0">
                <a:solidFill>
                  <a:schemeClr val="tx2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717" y="8468"/>
              <a:ext cx="1399" cy="10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2"/>
                  </a:solidFill>
                </a:rPr>
                <a:t>语义</a:t>
              </a:r>
              <a:endParaRPr lang="zh-CN" altLang="en-US" sz="1600" dirty="0">
                <a:solidFill>
                  <a:schemeClr val="tx2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2"/>
                  </a:solidFill>
                </a:rPr>
                <a:t>一致性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1" y="8468"/>
              <a:ext cx="2881" cy="1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2"/>
                  </a:solidFill>
                </a:rPr>
                <a:t>任务名</a:t>
              </a:r>
              <a:r>
                <a:rPr lang="en-US" altLang="zh-CN" sz="1600" dirty="0">
                  <a:solidFill>
                    <a:schemeClr val="tx2"/>
                  </a:solidFill>
                </a:rPr>
                <a:t>/</a:t>
              </a:r>
              <a:r>
                <a:rPr lang="zh-CN" altLang="en-US" sz="1600" dirty="0">
                  <a:solidFill>
                    <a:schemeClr val="tx2"/>
                  </a:solidFill>
                </a:rPr>
                <a:t>周期</a:t>
              </a:r>
              <a:r>
                <a:rPr lang="en-US" altLang="zh-CN" sz="1600" dirty="0">
                  <a:solidFill>
                    <a:schemeClr val="tx2"/>
                  </a:solidFill>
                </a:rPr>
                <a:t>/</a:t>
              </a:r>
              <a:r>
                <a:rPr lang="zh-CN" altLang="en-US" sz="1600" dirty="0">
                  <a:solidFill>
                    <a:schemeClr val="tx2"/>
                  </a:solidFill>
                </a:rPr>
                <a:t>优先级与规格吻合，端口名</a:t>
              </a:r>
              <a:r>
                <a:rPr lang="en-US" altLang="zh-CN" sz="1600" dirty="0">
                  <a:solidFill>
                    <a:schemeClr val="tx2"/>
                  </a:solidFill>
                </a:rPr>
                <a:t>/</a:t>
              </a:r>
              <a:r>
                <a:rPr lang="zh-CN" altLang="en-US" sz="1600" dirty="0">
                  <a:solidFill>
                    <a:schemeClr val="tx2"/>
                  </a:solidFill>
                </a:rPr>
                <a:t>常量值匹配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  <p:sp>
        <p:nvSpPr>
          <p:cNvPr id="27693" name="矩形: 圆角 27692"/>
          <p:cNvSpPr/>
          <p:nvPr/>
        </p:nvSpPr>
        <p:spPr>
          <a:xfrm>
            <a:off x="244475" y="682625"/>
            <a:ext cx="3263265" cy="6794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000">
                <a:schemeClr val="accent1">
                  <a:lumMod val="100000"/>
                </a:schemeClr>
              </a:gs>
              <a:gs pos="92000">
                <a:schemeClr val="accent2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lt1">
                    <a:alpha val="0"/>
                  </a:schemeClr>
                </a:solidFill>
              </a:rPr>
              <a:t>能</a:t>
            </a:r>
            <a:r>
              <a:rPr lang="zh-CN" altLang="en-US" sz="1200" b="1" dirty="0">
                <a:solidFill>
                  <a:schemeClr val="bg1"/>
                </a:solidFill>
                <a:sym typeface="+mn-ea"/>
              </a:rPr>
              <a:t>已经完成完整一组实验正在评估阶段</a:t>
            </a:r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目前的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工作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364" name="组合 2"/>
          <p:cNvGrpSpPr/>
          <p:nvPr/>
        </p:nvGrpSpPr>
        <p:grpSpPr>
          <a:xfrm>
            <a:off x="327025" y="1112520"/>
            <a:ext cx="5129530" cy="5052695"/>
            <a:chOff x="133" y="1774"/>
            <a:chExt cx="4539" cy="6918"/>
          </a:xfrm>
        </p:grpSpPr>
        <p:grpSp>
          <p:nvGrpSpPr>
            <p:cNvPr id="44" name="组合 43"/>
            <p:cNvGrpSpPr/>
            <p:nvPr/>
          </p:nvGrpSpPr>
          <p:grpSpPr>
            <a:xfrm>
              <a:off x="133" y="1774"/>
              <a:ext cx="4539" cy="6918"/>
              <a:chOff x="766763" y="1655545"/>
              <a:chExt cx="2544328" cy="4013735"/>
            </a:xfrm>
            <a:effectLst>
              <a:reflection blurRad="139700" stA="52000" endA="300" endPos="10000" dir="5400000" sy="-100000" algn="bl" rotWithShape="0"/>
            </a:effectLst>
          </p:grpSpPr>
          <p:sp>
            <p:nvSpPr>
              <p:cNvPr id="50" name="矩形: 圆角 49"/>
              <p:cNvSpPr/>
              <p:nvPr/>
            </p:nvSpPr>
            <p:spPr>
              <a:xfrm>
                <a:off x="766763" y="1655545"/>
                <a:ext cx="2544328" cy="4013735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 fontAlgn="auto"/>
                <a:r>
                  <a:rPr lang="zh-CN" altLang="en-US" sz="800" strike="noStrike" noProof="1" dirty="0">
                    <a:solidFill>
                      <a:schemeClr val="lt1">
                        <a:alpha val="0"/>
                      </a:schemeClr>
                    </a:solidFill>
                    <a:latin typeface="+mn-lt"/>
                    <a:ea typeface="+mn-ea"/>
                    <a:cs typeface="+mn-cs"/>
                  </a:rPr>
                  <a:t>方能演亦</a:t>
                </a:r>
                <a:endParaRPr lang="zh-CN" altLang="en-US" sz="800" strike="noStrike" noProof="1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826996" y="2457144"/>
                <a:ext cx="2423862" cy="3137310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r>
                  <a:rPr lang="zh-CN" altLang="en-US" sz="800" strike="noStrike" noProof="1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strike="noStrike" noProof="1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</p:grpSp>
        <p:sp>
          <p:nvSpPr>
            <p:cNvPr id="15367" name="文本框 44"/>
            <p:cNvSpPr txBox="1"/>
            <p:nvPr/>
          </p:nvSpPr>
          <p:spPr>
            <a:xfrm>
              <a:off x="1414" y="2107"/>
              <a:ext cx="1977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验证</a:t>
              </a:r>
              <a:r>
                <a:rPr lang="zh-CN" altLang="en-US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部分</a:t>
              </a:r>
              <a:endParaRPr lang="zh-CN" altLang="en-US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15368" name="组合 1"/>
            <p:cNvGrpSpPr/>
            <p:nvPr/>
          </p:nvGrpSpPr>
          <p:grpSpPr>
            <a:xfrm>
              <a:off x="291" y="3425"/>
              <a:ext cx="4182" cy="4715"/>
              <a:chOff x="291" y="3425"/>
              <a:chExt cx="4182" cy="4715"/>
            </a:xfrm>
          </p:grpSpPr>
          <p:cxnSp>
            <p:nvCxnSpPr>
              <p:cNvPr id="49" name="直接连接符 48"/>
              <p:cNvCxnSpPr/>
              <p:nvPr/>
            </p:nvCxnSpPr>
            <p:spPr>
              <a:xfrm flipV="1">
                <a:off x="514" y="4664"/>
                <a:ext cx="3779" cy="21"/>
              </a:xfrm>
              <a:prstGeom prst="line">
                <a:avLst/>
              </a:prstGeom>
              <a:ln w="9525">
                <a:solidFill>
                  <a:schemeClr val="tx2">
                    <a:lumMod val="40000"/>
                    <a:lumOff val="6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370" name="组合 27700"/>
              <p:cNvGrpSpPr/>
              <p:nvPr/>
            </p:nvGrpSpPr>
            <p:grpSpPr>
              <a:xfrm>
                <a:off x="291" y="3425"/>
                <a:ext cx="4182" cy="529"/>
                <a:chOff x="175909" y="1996401"/>
                <a:chExt cx="2655708" cy="335576"/>
              </a:xfrm>
            </p:grpSpPr>
            <p:sp>
              <p:nvSpPr>
                <p:cNvPr id="15371" name="文本框 46"/>
                <p:cNvSpPr txBox="1"/>
                <p:nvPr/>
              </p:nvSpPr>
              <p:spPr>
                <a:xfrm>
                  <a:off x="175909" y="1996401"/>
                  <a:ext cx="845074" cy="3355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编译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检查</a:t>
                  </a:r>
                  <a:endParaRPr lang="zh-CN" alt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15372" name="文本框 51"/>
                <p:cNvSpPr txBox="1"/>
                <p:nvPr/>
              </p:nvSpPr>
              <p:spPr>
                <a:xfrm>
                  <a:off x="995617" y="1996401"/>
                  <a:ext cx="1836000" cy="3355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p>
                  <a:pPr>
                    <a:lnSpc>
                      <a:spcPct val="120000"/>
                    </a:lnSpc>
                  </a:pP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语法错误，类型不匹配，未声明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符号</a:t>
                  </a:r>
                  <a:endParaRPr lang="zh-CN" alt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5373" name="组合 27699"/>
              <p:cNvGrpSpPr/>
              <p:nvPr/>
            </p:nvGrpSpPr>
            <p:grpSpPr>
              <a:xfrm>
                <a:off x="378" y="5185"/>
                <a:ext cx="4090" cy="851"/>
                <a:chOff x="203938" y="3150510"/>
                <a:chExt cx="2597697" cy="540427"/>
              </a:xfrm>
            </p:grpSpPr>
            <p:sp>
              <p:nvSpPr>
                <p:cNvPr id="15374" name="文本框 47"/>
                <p:cNvSpPr txBox="1"/>
                <p:nvPr/>
              </p:nvSpPr>
              <p:spPr>
                <a:xfrm>
                  <a:off x="203938" y="3150510"/>
                  <a:ext cx="735017" cy="1972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静态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分析</a:t>
                  </a:r>
                  <a:endParaRPr lang="zh-CN" alt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（</a:t>
                  </a:r>
                  <a:r>
                    <a:rPr lang="en-US" altLang="zh-CN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cppcheck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）</a:t>
                  </a:r>
                  <a:endParaRPr lang="zh-CN" alt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15375" name="文本框 52"/>
                <p:cNvSpPr txBox="1"/>
                <p:nvPr/>
              </p:nvSpPr>
              <p:spPr>
                <a:xfrm>
                  <a:off x="972037" y="3162481"/>
                  <a:ext cx="1829598" cy="52845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p>
                  <a:pPr>
                    <a:lnSpc>
                      <a:spcPct val="120000"/>
                    </a:lnSpc>
                  </a:pPr>
                  <a:r>
                    <a:rPr lang="en-US" altLang="zh-CN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MISRA C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标准符合代码生成，基于规则提示</a:t>
                  </a:r>
                  <a:endParaRPr lang="zh-CN" alt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5376" name="组合 27698"/>
              <p:cNvGrpSpPr/>
              <p:nvPr/>
            </p:nvGrpSpPr>
            <p:grpSpPr>
              <a:xfrm>
                <a:off x="354" y="6804"/>
                <a:ext cx="4062" cy="1336"/>
                <a:chOff x="188924" y="3812811"/>
                <a:chExt cx="2579557" cy="848676"/>
              </a:xfrm>
            </p:grpSpPr>
            <p:sp>
              <p:nvSpPr>
                <p:cNvPr id="15377" name="文本框 53"/>
                <p:cNvSpPr txBox="1"/>
                <p:nvPr/>
              </p:nvSpPr>
              <p:spPr>
                <a:xfrm>
                  <a:off x="188924" y="4069043"/>
                  <a:ext cx="765454" cy="3357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p>
                  <a:pPr>
                    <a:lnSpc>
                      <a:spcPct val="120000"/>
                    </a:lnSpc>
                  </a:pP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运行时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检查</a:t>
                  </a:r>
                  <a:endParaRPr lang="zh-CN" alt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15378" name="文本框 54"/>
                <p:cNvSpPr txBox="1"/>
                <p:nvPr/>
              </p:nvSpPr>
              <p:spPr>
                <a:xfrm>
                  <a:off x="938883" y="3812811"/>
                  <a:ext cx="1829598" cy="8486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p>
                  <a:pPr>
                    <a:lnSpc>
                      <a:spcPct val="120000"/>
                    </a:lnSpc>
                  </a:pP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基于</a:t>
                  </a:r>
                  <a:r>
                    <a:rPr lang="en-US" altLang="zh-CN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POK 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开源</a:t>
                  </a:r>
                  <a:r>
                    <a:rPr lang="en-US" altLang="zh-CN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ARINC 653 RTOS 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搭建虚拟机环境，验证分区调度、端口通信、</a:t>
                  </a:r>
                  <a:r>
                    <a:rPr lang="en-US" altLang="zh-CN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HM </a:t>
                  </a:r>
                  <a:r>
                    <a:rPr lang="zh-CN" altLang="en-US" sz="1600" dirty="0">
                      <a:solidFill>
                        <a:schemeClr val="tx2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回调的运行时行为</a:t>
                  </a:r>
                  <a:endParaRPr lang="zh-CN" alt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</p:grpSp>
      </p:grpSp>
      <p:grpSp>
        <p:nvGrpSpPr>
          <p:cNvPr id="57" name="组合 56"/>
          <p:cNvGrpSpPr/>
          <p:nvPr/>
        </p:nvGrpSpPr>
        <p:grpSpPr>
          <a:xfrm>
            <a:off x="6153150" y="1125855"/>
            <a:ext cx="5318760" cy="4946015"/>
            <a:chOff x="766763" y="1655545"/>
            <a:chExt cx="2544328" cy="4013735"/>
          </a:xfrm>
          <a:effectLst>
            <a:reflection blurRad="139700" stA="52000" endA="300" endPos="10000" dir="5400000" sy="-100000" algn="bl" rotWithShape="0"/>
          </a:effectLst>
        </p:grpSpPr>
        <p:sp>
          <p:nvSpPr>
            <p:cNvPr id="63" name="矩形: 圆角 62"/>
            <p:cNvSpPr/>
            <p:nvPr/>
          </p:nvSpPr>
          <p:spPr>
            <a:xfrm>
              <a:off x="766763" y="1655545"/>
              <a:ext cx="2544328" cy="4013735"/>
            </a:xfrm>
            <a:prstGeom prst="roundRect">
              <a:avLst>
                <a:gd name="adj" fmla="val 6013"/>
              </a:avLst>
            </a:prstGeom>
            <a:gradFill flip="none" rotWithShape="1">
              <a:gsLst>
                <a:gs pos="0">
                  <a:schemeClr val="accent1"/>
                </a:gs>
                <a:gs pos="81000">
                  <a:schemeClr val="accent2"/>
                </a:gs>
                <a:gs pos="100000">
                  <a:schemeClr val="accent2">
                    <a:lumMod val="50000"/>
                    <a:lumOff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 fontAlgn="auto"/>
              <a:r>
                <a:rPr lang="zh-CN" altLang="en-US" sz="800" strike="noStrike" noProof="1" dirty="0">
                  <a:solidFill>
                    <a:schemeClr val="lt1">
                      <a:alpha val="0"/>
                    </a:schemeClr>
                  </a:solidFill>
                  <a:latin typeface="+mn-lt"/>
                  <a:ea typeface="+mn-ea"/>
                  <a:cs typeface="+mn-cs"/>
                </a:rPr>
                <a:t>方能演亦</a:t>
              </a:r>
              <a:endParaRPr lang="zh-CN" altLang="en-US" sz="800" strike="noStrike" noProof="1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27648" name="矩形: 圆角 27647"/>
            <p:cNvSpPr/>
            <p:nvPr/>
          </p:nvSpPr>
          <p:spPr>
            <a:xfrm>
              <a:off x="826996" y="2457144"/>
              <a:ext cx="2423862" cy="3137310"/>
            </a:xfrm>
            <a:prstGeom prst="roundRect">
              <a:avLst>
                <a:gd name="adj" fmla="val 6418"/>
              </a:avLst>
            </a:prstGeom>
            <a:gradFill flip="none" rotWithShape="1">
              <a:gsLst>
                <a:gs pos="100000">
                  <a:schemeClr val="bg1">
                    <a:alpha val="88000"/>
                  </a:schemeClr>
                </a:gs>
                <a:gs pos="72000">
                  <a:schemeClr val="bg1">
                    <a:alpha val="87000"/>
                  </a:schemeClr>
                </a:gs>
                <a:gs pos="14000">
                  <a:schemeClr val="bg1">
                    <a:alpha val="95000"/>
                  </a:schemeClr>
                </a:gs>
              </a:gsLst>
              <a:lin ang="2700000" scaled="1"/>
              <a:tileRect/>
            </a:gradFill>
            <a:ln w="952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zh-CN" altLang="en-US" sz="800" strike="noStrike" noProof="1" dirty="0">
                  <a:solidFill>
                    <a:schemeClr val="lt1">
                      <a:alpha val="0"/>
                    </a:schemeClr>
                  </a:solidFill>
                </a:rPr>
                <a:t>方能演亦</a:t>
              </a:r>
              <a:endParaRPr lang="zh-CN" altLang="en-US" sz="800" strike="noStrike" noProof="1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</p:grpSp>
      <p:sp>
        <p:nvSpPr>
          <p:cNvPr id="15380" name="文本框 57"/>
          <p:cNvSpPr txBox="1"/>
          <p:nvPr/>
        </p:nvSpPr>
        <p:spPr>
          <a:xfrm>
            <a:off x="7653020" y="1334770"/>
            <a:ext cx="2318385" cy="414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对比实验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部分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381" name="文本框 60"/>
          <p:cNvSpPr txBox="1"/>
          <p:nvPr/>
        </p:nvSpPr>
        <p:spPr>
          <a:xfrm>
            <a:off x="6424295" y="4592955"/>
            <a:ext cx="1393190" cy="767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自然语言作为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提示词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6728460" y="4047808"/>
            <a:ext cx="441071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383" name="组合 27706"/>
          <p:cNvGrpSpPr/>
          <p:nvPr/>
        </p:nvGrpSpPr>
        <p:grpSpPr>
          <a:xfrm>
            <a:off x="6420485" y="2705439"/>
            <a:ext cx="5051424" cy="681355"/>
            <a:chOff x="3154500" y="1979624"/>
            <a:chExt cx="2808934" cy="605748"/>
          </a:xfrm>
        </p:grpSpPr>
        <p:sp>
          <p:nvSpPr>
            <p:cNvPr id="15384" name="文本框 59"/>
            <p:cNvSpPr txBox="1"/>
            <p:nvPr/>
          </p:nvSpPr>
          <p:spPr>
            <a:xfrm>
              <a:off x="3154500" y="1979624"/>
              <a:ext cx="855829" cy="605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aadl</a:t>
              </a:r>
              <a:r>
                <a:rPr lang="zh-CN" altLang="en-US" sz="1600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语言作为</a:t>
              </a:r>
              <a:r>
                <a:rPr lang="zh-CN" altLang="en-US" sz="1600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提示词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385" name="文本框 27648"/>
            <p:cNvSpPr txBox="1"/>
            <p:nvPr/>
          </p:nvSpPr>
          <p:spPr>
            <a:xfrm>
              <a:off x="3931344" y="1979887"/>
              <a:ext cx="2032090" cy="3432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20000"/>
                </a:lnSpc>
              </a:pP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15386" name="文本框 27649"/>
          <p:cNvSpPr txBox="1"/>
          <p:nvPr/>
        </p:nvSpPr>
        <p:spPr>
          <a:xfrm>
            <a:off x="7722870" y="4495165"/>
            <a:ext cx="3628390" cy="767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用中文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英文自然语言描述系统需求，作为基线对比，体现形式化输入的优势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27703" name="直接连接符 27702"/>
          <p:cNvCxnSpPr/>
          <p:nvPr/>
        </p:nvCxnSpPr>
        <p:spPr>
          <a:xfrm>
            <a:off x="757555" y="4604385"/>
            <a:ext cx="4268470" cy="1270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27648"/>
          <p:cNvSpPr txBox="1"/>
          <p:nvPr/>
        </p:nvSpPr>
        <p:spPr>
          <a:xfrm>
            <a:off x="7817516" y="2559050"/>
            <a:ext cx="3654393" cy="975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直接将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 AADL 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源文件喂给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 LLM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，不经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 JSON 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转换，与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 JSON 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rPr>
              <a:t>输入方式对比，验证结构化输入的必要性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椭圆 7"/>
          <p:cNvSpPr/>
          <p:nvPr/>
        </p:nvSpPr>
        <p:spPr>
          <a:xfrm>
            <a:off x="2341944" y="-325056"/>
            <a:ext cx="7508112" cy="7508112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28000"/>
                </a:schemeClr>
              </a:gs>
              <a:gs pos="6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7" name="椭圆 6"/>
          <p:cNvSpPr/>
          <p:nvPr/>
        </p:nvSpPr>
        <p:spPr>
          <a:xfrm>
            <a:off x="2920678" y="253678"/>
            <a:ext cx="6350644" cy="6350644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46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" name="椭圆 5"/>
          <p:cNvSpPr/>
          <p:nvPr/>
        </p:nvSpPr>
        <p:spPr>
          <a:xfrm>
            <a:off x="3440904" y="773904"/>
            <a:ext cx="5308922" cy="5308922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72000"/>
                </a:schemeClr>
              </a:gs>
              <a:gs pos="6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" name="椭圆 3"/>
          <p:cNvSpPr/>
          <p:nvPr/>
        </p:nvSpPr>
        <p:spPr>
          <a:xfrm>
            <a:off x="3962400" y="1295400"/>
            <a:ext cx="4267200" cy="426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0725" name="文本框 10"/>
          <p:cNvSpPr txBox="1"/>
          <p:nvPr/>
        </p:nvSpPr>
        <p:spPr>
          <a:xfrm>
            <a:off x="4100513" y="3013075"/>
            <a:ext cx="3990975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请老师批评指正</a:t>
            </a:r>
            <a:endParaRPr lang="zh-CN" altLang="en-US" sz="40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0726" name="组合 19"/>
          <p:cNvGrpSpPr/>
          <p:nvPr/>
        </p:nvGrpSpPr>
        <p:grpSpPr>
          <a:xfrm>
            <a:off x="5233988" y="2886075"/>
            <a:ext cx="1724025" cy="0"/>
            <a:chOff x="6585058" y="2318898"/>
            <a:chExt cx="1725168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6585058" y="2318898"/>
              <a:ext cx="1725168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278478" y="2318898"/>
              <a:ext cx="338328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heme/theme1.xml><?xml version="1.0" encoding="utf-8"?>
<a:theme xmlns:a="http://schemas.openxmlformats.org/drawingml/2006/main" name="WPS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B9CFE"/>
      </a:accent1>
      <a:accent2>
        <a:srgbClr val="2834A4"/>
      </a:accent2>
      <a:accent3>
        <a:srgbClr val="2C3AB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1256</Words>
  <Application>WPS 演示</Application>
  <PresentationFormat>宽屏</PresentationFormat>
  <Paragraphs>233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Calibri</vt:lpstr>
      <vt:lpstr>Helvetica</vt:lpstr>
      <vt:lpstr>阿里巴巴普惠体 B</vt:lpstr>
      <vt:lpstr>Arial Unicode MS</vt:lpstr>
      <vt:lpstr>优设标题黑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唐澜宸</dc:creator>
  <cp:lastModifiedBy>贩卖棉花糖</cp:lastModifiedBy>
  <cp:revision>178</cp:revision>
  <dcterms:created xsi:type="dcterms:W3CDTF">2019-06-19T02:08:00Z</dcterms:created>
  <dcterms:modified xsi:type="dcterms:W3CDTF">2026-04-08T02:19:35Z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D7A108C765054DBE916581FC9C0804B1_12</vt:lpwstr>
  </property>
</Properties>
</file>